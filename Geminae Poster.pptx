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 id="2147483661" r:id="rId2"/>
  </p:sldMasterIdLst>
  <p:notesMasterIdLst>
    <p:notesMasterId r:id="rId4"/>
  </p:notesMasterIdLst>
  <p:sldIdLst>
    <p:sldId id="256" r:id="rId3"/>
  </p:sldIdLst>
  <p:sldSz cx="43891200" cy="32918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52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52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52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52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52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52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52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52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526"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userDrawn="1">
          <p15:clr>
            <a:srgbClr val="747775"/>
          </p15:clr>
        </p15:guide>
        <p15:guide id="2" pos="13824"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p:scale>
          <a:sx n="100" d="100"/>
          <a:sy n="100" d="100"/>
        </p:scale>
        <p:origin x="-15606" y="-3270"/>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52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52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52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52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52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52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52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52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526"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9414f04d2c_2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5" name="Google Shape;105;g39414f04d2c_2_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96198" y="4765280"/>
            <a:ext cx="40898880" cy="1313664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24960"/>
            </a:lvl1pPr>
            <a:lvl2pPr lvl="1" algn="ctr">
              <a:spcBef>
                <a:spcPts val="0"/>
              </a:spcBef>
              <a:spcAft>
                <a:spcPts val="0"/>
              </a:spcAft>
              <a:buSzPts val="5200"/>
              <a:buNone/>
              <a:defRPr sz="24960"/>
            </a:lvl2pPr>
            <a:lvl3pPr lvl="2" algn="ctr">
              <a:spcBef>
                <a:spcPts val="0"/>
              </a:spcBef>
              <a:spcAft>
                <a:spcPts val="0"/>
              </a:spcAft>
              <a:buSzPts val="5200"/>
              <a:buNone/>
              <a:defRPr sz="24960"/>
            </a:lvl3pPr>
            <a:lvl4pPr lvl="3" algn="ctr">
              <a:spcBef>
                <a:spcPts val="0"/>
              </a:spcBef>
              <a:spcAft>
                <a:spcPts val="0"/>
              </a:spcAft>
              <a:buSzPts val="5200"/>
              <a:buNone/>
              <a:defRPr sz="24960"/>
            </a:lvl4pPr>
            <a:lvl5pPr lvl="4" algn="ctr">
              <a:spcBef>
                <a:spcPts val="0"/>
              </a:spcBef>
              <a:spcAft>
                <a:spcPts val="0"/>
              </a:spcAft>
              <a:buSzPts val="5200"/>
              <a:buNone/>
              <a:defRPr sz="24960"/>
            </a:lvl5pPr>
            <a:lvl6pPr lvl="5" algn="ctr">
              <a:spcBef>
                <a:spcPts val="0"/>
              </a:spcBef>
              <a:spcAft>
                <a:spcPts val="0"/>
              </a:spcAft>
              <a:buSzPts val="5200"/>
              <a:buNone/>
              <a:defRPr sz="24960"/>
            </a:lvl6pPr>
            <a:lvl7pPr lvl="6" algn="ctr">
              <a:spcBef>
                <a:spcPts val="0"/>
              </a:spcBef>
              <a:spcAft>
                <a:spcPts val="0"/>
              </a:spcAft>
              <a:buSzPts val="5200"/>
              <a:buNone/>
              <a:defRPr sz="24960"/>
            </a:lvl7pPr>
            <a:lvl8pPr lvl="7" algn="ctr">
              <a:spcBef>
                <a:spcPts val="0"/>
              </a:spcBef>
              <a:spcAft>
                <a:spcPts val="0"/>
              </a:spcAft>
              <a:buSzPts val="5200"/>
              <a:buNone/>
              <a:defRPr sz="24960"/>
            </a:lvl8pPr>
            <a:lvl9pPr lvl="8" algn="ctr">
              <a:spcBef>
                <a:spcPts val="0"/>
              </a:spcBef>
              <a:spcAft>
                <a:spcPts val="0"/>
              </a:spcAft>
              <a:buSzPts val="5200"/>
              <a:buNone/>
              <a:defRPr sz="24960"/>
            </a:lvl9pPr>
          </a:lstStyle>
          <a:p>
            <a:endParaRPr/>
          </a:p>
        </p:txBody>
      </p:sp>
      <p:sp>
        <p:nvSpPr>
          <p:cNvPr id="11" name="Google Shape;11;p2"/>
          <p:cNvSpPr txBox="1">
            <a:spLocks noGrp="1"/>
          </p:cNvSpPr>
          <p:nvPr>
            <p:ph type="subTitle" idx="1"/>
          </p:nvPr>
        </p:nvSpPr>
        <p:spPr>
          <a:xfrm>
            <a:off x="1496160" y="18138400"/>
            <a:ext cx="40898880" cy="507264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3440"/>
            </a:lvl1pPr>
            <a:lvl2pPr lvl="1" algn="ctr">
              <a:lnSpc>
                <a:spcPct val="100000"/>
              </a:lnSpc>
              <a:spcBef>
                <a:spcPts val="0"/>
              </a:spcBef>
              <a:spcAft>
                <a:spcPts val="0"/>
              </a:spcAft>
              <a:buSzPts val="2800"/>
              <a:buNone/>
              <a:defRPr sz="13440"/>
            </a:lvl2pPr>
            <a:lvl3pPr lvl="2" algn="ctr">
              <a:lnSpc>
                <a:spcPct val="100000"/>
              </a:lnSpc>
              <a:spcBef>
                <a:spcPts val="0"/>
              </a:spcBef>
              <a:spcAft>
                <a:spcPts val="0"/>
              </a:spcAft>
              <a:buSzPts val="2800"/>
              <a:buNone/>
              <a:defRPr sz="13440"/>
            </a:lvl3pPr>
            <a:lvl4pPr lvl="3" algn="ctr">
              <a:lnSpc>
                <a:spcPct val="100000"/>
              </a:lnSpc>
              <a:spcBef>
                <a:spcPts val="0"/>
              </a:spcBef>
              <a:spcAft>
                <a:spcPts val="0"/>
              </a:spcAft>
              <a:buSzPts val="2800"/>
              <a:buNone/>
              <a:defRPr sz="13440"/>
            </a:lvl4pPr>
            <a:lvl5pPr lvl="4" algn="ctr">
              <a:lnSpc>
                <a:spcPct val="100000"/>
              </a:lnSpc>
              <a:spcBef>
                <a:spcPts val="0"/>
              </a:spcBef>
              <a:spcAft>
                <a:spcPts val="0"/>
              </a:spcAft>
              <a:buSzPts val="2800"/>
              <a:buNone/>
              <a:defRPr sz="13440"/>
            </a:lvl5pPr>
            <a:lvl6pPr lvl="5" algn="ctr">
              <a:lnSpc>
                <a:spcPct val="100000"/>
              </a:lnSpc>
              <a:spcBef>
                <a:spcPts val="0"/>
              </a:spcBef>
              <a:spcAft>
                <a:spcPts val="0"/>
              </a:spcAft>
              <a:buSzPts val="2800"/>
              <a:buNone/>
              <a:defRPr sz="13440"/>
            </a:lvl6pPr>
            <a:lvl7pPr lvl="6" algn="ctr">
              <a:lnSpc>
                <a:spcPct val="100000"/>
              </a:lnSpc>
              <a:spcBef>
                <a:spcPts val="0"/>
              </a:spcBef>
              <a:spcAft>
                <a:spcPts val="0"/>
              </a:spcAft>
              <a:buSzPts val="2800"/>
              <a:buNone/>
              <a:defRPr sz="13440"/>
            </a:lvl7pPr>
            <a:lvl8pPr lvl="7" algn="ctr">
              <a:lnSpc>
                <a:spcPct val="100000"/>
              </a:lnSpc>
              <a:spcBef>
                <a:spcPts val="0"/>
              </a:spcBef>
              <a:spcAft>
                <a:spcPts val="0"/>
              </a:spcAft>
              <a:buSzPts val="2800"/>
              <a:buNone/>
              <a:defRPr sz="13440"/>
            </a:lvl8pPr>
            <a:lvl9pPr lvl="8" algn="ctr">
              <a:lnSpc>
                <a:spcPct val="100000"/>
              </a:lnSpc>
              <a:spcBef>
                <a:spcPts val="0"/>
              </a:spcBef>
              <a:spcAft>
                <a:spcPts val="0"/>
              </a:spcAft>
              <a:buSzPts val="2800"/>
              <a:buNone/>
              <a:defRPr sz="13440"/>
            </a:lvl9pPr>
          </a:lstStyle>
          <a:p>
            <a:endParaRPr/>
          </a:p>
        </p:txBody>
      </p:sp>
      <p:sp>
        <p:nvSpPr>
          <p:cNvPr id="12" name="Google Shape;12;p2"/>
          <p:cNvSpPr txBox="1">
            <a:spLocks noGrp="1"/>
          </p:cNvSpPr>
          <p:nvPr>
            <p:ph type="sldNum" idx="12"/>
          </p:nvPr>
        </p:nvSpPr>
        <p:spPr>
          <a:xfrm>
            <a:off x="40667798" y="29844589"/>
            <a:ext cx="2633760" cy="251904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496160" y="13765440"/>
            <a:ext cx="40898880" cy="538752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17280"/>
            </a:lvl1pPr>
            <a:lvl2pPr lvl="1" algn="ctr">
              <a:spcBef>
                <a:spcPts val="0"/>
              </a:spcBef>
              <a:spcAft>
                <a:spcPts val="0"/>
              </a:spcAft>
              <a:buSzPts val="3600"/>
              <a:buNone/>
              <a:defRPr sz="17280"/>
            </a:lvl2pPr>
            <a:lvl3pPr lvl="2" algn="ctr">
              <a:spcBef>
                <a:spcPts val="0"/>
              </a:spcBef>
              <a:spcAft>
                <a:spcPts val="0"/>
              </a:spcAft>
              <a:buSzPts val="3600"/>
              <a:buNone/>
              <a:defRPr sz="17280"/>
            </a:lvl3pPr>
            <a:lvl4pPr lvl="3" algn="ctr">
              <a:spcBef>
                <a:spcPts val="0"/>
              </a:spcBef>
              <a:spcAft>
                <a:spcPts val="0"/>
              </a:spcAft>
              <a:buSzPts val="3600"/>
              <a:buNone/>
              <a:defRPr sz="17280"/>
            </a:lvl4pPr>
            <a:lvl5pPr lvl="4" algn="ctr">
              <a:spcBef>
                <a:spcPts val="0"/>
              </a:spcBef>
              <a:spcAft>
                <a:spcPts val="0"/>
              </a:spcAft>
              <a:buSzPts val="3600"/>
              <a:buNone/>
              <a:defRPr sz="17280"/>
            </a:lvl5pPr>
            <a:lvl6pPr lvl="5" algn="ctr">
              <a:spcBef>
                <a:spcPts val="0"/>
              </a:spcBef>
              <a:spcAft>
                <a:spcPts val="0"/>
              </a:spcAft>
              <a:buSzPts val="3600"/>
              <a:buNone/>
              <a:defRPr sz="17280"/>
            </a:lvl6pPr>
            <a:lvl7pPr lvl="6" algn="ctr">
              <a:spcBef>
                <a:spcPts val="0"/>
              </a:spcBef>
              <a:spcAft>
                <a:spcPts val="0"/>
              </a:spcAft>
              <a:buSzPts val="3600"/>
              <a:buNone/>
              <a:defRPr sz="17280"/>
            </a:lvl7pPr>
            <a:lvl8pPr lvl="7" algn="ctr">
              <a:spcBef>
                <a:spcPts val="0"/>
              </a:spcBef>
              <a:spcAft>
                <a:spcPts val="0"/>
              </a:spcAft>
              <a:buSzPts val="3600"/>
              <a:buNone/>
              <a:defRPr sz="17280"/>
            </a:lvl8pPr>
            <a:lvl9pPr lvl="8" algn="ctr">
              <a:spcBef>
                <a:spcPts val="0"/>
              </a:spcBef>
              <a:spcAft>
                <a:spcPts val="0"/>
              </a:spcAft>
              <a:buSzPts val="3600"/>
              <a:buNone/>
              <a:defRPr sz="17280"/>
            </a:lvl9pPr>
          </a:lstStyle>
          <a:p>
            <a:endParaRPr/>
          </a:p>
        </p:txBody>
      </p:sp>
      <p:sp>
        <p:nvSpPr>
          <p:cNvPr id="15" name="Google Shape;15;p3"/>
          <p:cNvSpPr txBox="1">
            <a:spLocks noGrp="1"/>
          </p:cNvSpPr>
          <p:nvPr>
            <p:ph type="sldNum" idx="12"/>
          </p:nvPr>
        </p:nvSpPr>
        <p:spPr>
          <a:xfrm>
            <a:off x="40667798" y="29844589"/>
            <a:ext cx="2633760" cy="251904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496160" y="2848160"/>
            <a:ext cx="40898880" cy="366528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1496160" y="7375840"/>
            <a:ext cx="40898880" cy="21864960"/>
          </a:xfrm>
          <a:prstGeom prst="rect">
            <a:avLst/>
          </a:prstGeom>
        </p:spPr>
        <p:txBody>
          <a:bodyPr spcFirstLastPara="1" wrap="square" lIns="91425" tIns="91425" rIns="91425" bIns="91425" anchor="t" anchorCtr="0">
            <a:noAutofit/>
          </a:bodyPr>
          <a:lstStyle>
            <a:lvl1pPr marL="2194560" lvl="0" indent="-1645920">
              <a:spcBef>
                <a:spcPts val="0"/>
              </a:spcBef>
              <a:spcAft>
                <a:spcPts val="0"/>
              </a:spcAft>
              <a:buSzPts val="1800"/>
              <a:buChar char="●"/>
              <a:defRPr/>
            </a:lvl1pPr>
            <a:lvl2pPr marL="4389120" lvl="1" indent="-1524000">
              <a:spcBef>
                <a:spcPts val="0"/>
              </a:spcBef>
              <a:spcAft>
                <a:spcPts val="0"/>
              </a:spcAft>
              <a:buSzPts val="1400"/>
              <a:buChar char="○"/>
              <a:defRPr/>
            </a:lvl2pPr>
            <a:lvl3pPr marL="6583680" lvl="2" indent="-1524000">
              <a:spcBef>
                <a:spcPts val="0"/>
              </a:spcBef>
              <a:spcAft>
                <a:spcPts val="0"/>
              </a:spcAft>
              <a:buSzPts val="1400"/>
              <a:buChar char="■"/>
              <a:defRPr/>
            </a:lvl3pPr>
            <a:lvl4pPr marL="8778240" lvl="3" indent="-1524000">
              <a:spcBef>
                <a:spcPts val="0"/>
              </a:spcBef>
              <a:spcAft>
                <a:spcPts val="0"/>
              </a:spcAft>
              <a:buSzPts val="1400"/>
              <a:buChar char="●"/>
              <a:defRPr/>
            </a:lvl4pPr>
            <a:lvl5pPr marL="10972800" lvl="4" indent="-1524000">
              <a:spcBef>
                <a:spcPts val="0"/>
              </a:spcBef>
              <a:spcAft>
                <a:spcPts val="0"/>
              </a:spcAft>
              <a:buSzPts val="1400"/>
              <a:buChar char="○"/>
              <a:defRPr/>
            </a:lvl5pPr>
            <a:lvl6pPr marL="13167360" lvl="5" indent="-1524000">
              <a:spcBef>
                <a:spcPts val="0"/>
              </a:spcBef>
              <a:spcAft>
                <a:spcPts val="0"/>
              </a:spcAft>
              <a:buSzPts val="1400"/>
              <a:buChar char="■"/>
              <a:defRPr/>
            </a:lvl6pPr>
            <a:lvl7pPr marL="15361920" lvl="6" indent="-1524000">
              <a:spcBef>
                <a:spcPts val="0"/>
              </a:spcBef>
              <a:spcAft>
                <a:spcPts val="0"/>
              </a:spcAft>
              <a:buSzPts val="1400"/>
              <a:buChar char="●"/>
              <a:defRPr/>
            </a:lvl7pPr>
            <a:lvl8pPr marL="17556480" lvl="7" indent="-1524000">
              <a:spcBef>
                <a:spcPts val="0"/>
              </a:spcBef>
              <a:spcAft>
                <a:spcPts val="0"/>
              </a:spcAft>
              <a:buSzPts val="1400"/>
              <a:buChar char="○"/>
              <a:defRPr/>
            </a:lvl8pPr>
            <a:lvl9pPr marL="19751040" lvl="8" indent="-15240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40667798" y="29844589"/>
            <a:ext cx="2633760" cy="251904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496160" y="2848160"/>
            <a:ext cx="40898880" cy="366528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1496160" y="7375840"/>
            <a:ext cx="19199520" cy="21864960"/>
          </a:xfrm>
          <a:prstGeom prst="rect">
            <a:avLst/>
          </a:prstGeom>
        </p:spPr>
        <p:txBody>
          <a:bodyPr spcFirstLastPara="1" wrap="square" lIns="91425" tIns="91425" rIns="91425" bIns="91425" anchor="t" anchorCtr="0">
            <a:noAutofit/>
          </a:bodyPr>
          <a:lstStyle>
            <a:lvl1pPr marL="2194560" lvl="0" indent="-1524000">
              <a:spcBef>
                <a:spcPts val="0"/>
              </a:spcBef>
              <a:spcAft>
                <a:spcPts val="0"/>
              </a:spcAft>
              <a:buSzPts val="1400"/>
              <a:buChar char="●"/>
              <a:defRPr sz="6720"/>
            </a:lvl1pPr>
            <a:lvl2pPr marL="4389120" lvl="1" indent="-1463040">
              <a:spcBef>
                <a:spcPts val="0"/>
              </a:spcBef>
              <a:spcAft>
                <a:spcPts val="0"/>
              </a:spcAft>
              <a:buSzPts val="1200"/>
              <a:buChar char="○"/>
              <a:defRPr sz="5760"/>
            </a:lvl2pPr>
            <a:lvl3pPr marL="6583680" lvl="2" indent="-1463040">
              <a:spcBef>
                <a:spcPts val="0"/>
              </a:spcBef>
              <a:spcAft>
                <a:spcPts val="0"/>
              </a:spcAft>
              <a:buSzPts val="1200"/>
              <a:buChar char="■"/>
              <a:defRPr sz="5760"/>
            </a:lvl3pPr>
            <a:lvl4pPr marL="8778240" lvl="3" indent="-1463040">
              <a:spcBef>
                <a:spcPts val="0"/>
              </a:spcBef>
              <a:spcAft>
                <a:spcPts val="0"/>
              </a:spcAft>
              <a:buSzPts val="1200"/>
              <a:buChar char="●"/>
              <a:defRPr sz="5760"/>
            </a:lvl4pPr>
            <a:lvl5pPr marL="10972800" lvl="4" indent="-1463040">
              <a:spcBef>
                <a:spcPts val="0"/>
              </a:spcBef>
              <a:spcAft>
                <a:spcPts val="0"/>
              </a:spcAft>
              <a:buSzPts val="1200"/>
              <a:buChar char="○"/>
              <a:defRPr sz="5760"/>
            </a:lvl5pPr>
            <a:lvl6pPr marL="13167360" lvl="5" indent="-1463040">
              <a:spcBef>
                <a:spcPts val="0"/>
              </a:spcBef>
              <a:spcAft>
                <a:spcPts val="0"/>
              </a:spcAft>
              <a:buSzPts val="1200"/>
              <a:buChar char="■"/>
              <a:defRPr sz="5760"/>
            </a:lvl6pPr>
            <a:lvl7pPr marL="15361920" lvl="6" indent="-1463040">
              <a:spcBef>
                <a:spcPts val="0"/>
              </a:spcBef>
              <a:spcAft>
                <a:spcPts val="0"/>
              </a:spcAft>
              <a:buSzPts val="1200"/>
              <a:buChar char="●"/>
              <a:defRPr sz="5760"/>
            </a:lvl7pPr>
            <a:lvl8pPr marL="17556480" lvl="7" indent="-1463040">
              <a:spcBef>
                <a:spcPts val="0"/>
              </a:spcBef>
              <a:spcAft>
                <a:spcPts val="0"/>
              </a:spcAft>
              <a:buSzPts val="1200"/>
              <a:buChar char="○"/>
              <a:defRPr sz="5760"/>
            </a:lvl8pPr>
            <a:lvl9pPr marL="19751040" lvl="8" indent="-1463040">
              <a:spcBef>
                <a:spcPts val="0"/>
              </a:spcBef>
              <a:spcAft>
                <a:spcPts val="0"/>
              </a:spcAft>
              <a:buSzPts val="1200"/>
              <a:buChar char="■"/>
              <a:defRPr sz="5760"/>
            </a:lvl9pPr>
          </a:lstStyle>
          <a:p>
            <a:endParaRPr/>
          </a:p>
        </p:txBody>
      </p:sp>
      <p:sp>
        <p:nvSpPr>
          <p:cNvPr id="23" name="Google Shape;23;p5"/>
          <p:cNvSpPr txBox="1">
            <a:spLocks noGrp="1"/>
          </p:cNvSpPr>
          <p:nvPr>
            <p:ph type="body" idx="2"/>
          </p:nvPr>
        </p:nvSpPr>
        <p:spPr>
          <a:xfrm>
            <a:off x="23195520" y="7375840"/>
            <a:ext cx="19199520" cy="21864960"/>
          </a:xfrm>
          <a:prstGeom prst="rect">
            <a:avLst/>
          </a:prstGeom>
        </p:spPr>
        <p:txBody>
          <a:bodyPr spcFirstLastPara="1" wrap="square" lIns="91425" tIns="91425" rIns="91425" bIns="91425" anchor="t" anchorCtr="0">
            <a:noAutofit/>
          </a:bodyPr>
          <a:lstStyle>
            <a:lvl1pPr marL="2194560" lvl="0" indent="-1524000">
              <a:spcBef>
                <a:spcPts val="0"/>
              </a:spcBef>
              <a:spcAft>
                <a:spcPts val="0"/>
              </a:spcAft>
              <a:buSzPts val="1400"/>
              <a:buChar char="●"/>
              <a:defRPr sz="6720"/>
            </a:lvl1pPr>
            <a:lvl2pPr marL="4389120" lvl="1" indent="-1463040">
              <a:spcBef>
                <a:spcPts val="0"/>
              </a:spcBef>
              <a:spcAft>
                <a:spcPts val="0"/>
              </a:spcAft>
              <a:buSzPts val="1200"/>
              <a:buChar char="○"/>
              <a:defRPr sz="5760"/>
            </a:lvl2pPr>
            <a:lvl3pPr marL="6583680" lvl="2" indent="-1463040">
              <a:spcBef>
                <a:spcPts val="0"/>
              </a:spcBef>
              <a:spcAft>
                <a:spcPts val="0"/>
              </a:spcAft>
              <a:buSzPts val="1200"/>
              <a:buChar char="■"/>
              <a:defRPr sz="5760"/>
            </a:lvl3pPr>
            <a:lvl4pPr marL="8778240" lvl="3" indent="-1463040">
              <a:spcBef>
                <a:spcPts val="0"/>
              </a:spcBef>
              <a:spcAft>
                <a:spcPts val="0"/>
              </a:spcAft>
              <a:buSzPts val="1200"/>
              <a:buChar char="●"/>
              <a:defRPr sz="5760"/>
            </a:lvl4pPr>
            <a:lvl5pPr marL="10972800" lvl="4" indent="-1463040">
              <a:spcBef>
                <a:spcPts val="0"/>
              </a:spcBef>
              <a:spcAft>
                <a:spcPts val="0"/>
              </a:spcAft>
              <a:buSzPts val="1200"/>
              <a:buChar char="○"/>
              <a:defRPr sz="5760"/>
            </a:lvl5pPr>
            <a:lvl6pPr marL="13167360" lvl="5" indent="-1463040">
              <a:spcBef>
                <a:spcPts val="0"/>
              </a:spcBef>
              <a:spcAft>
                <a:spcPts val="0"/>
              </a:spcAft>
              <a:buSzPts val="1200"/>
              <a:buChar char="■"/>
              <a:defRPr sz="5760"/>
            </a:lvl6pPr>
            <a:lvl7pPr marL="15361920" lvl="6" indent="-1463040">
              <a:spcBef>
                <a:spcPts val="0"/>
              </a:spcBef>
              <a:spcAft>
                <a:spcPts val="0"/>
              </a:spcAft>
              <a:buSzPts val="1200"/>
              <a:buChar char="●"/>
              <a:defRPr sz="5760"/>
            </a:lvl7pPr>
            <a:lvl8pPr marL="17556480" lvl="7" indent="-1463040">
              <a:spcBef>
                <a:spcPts val="0"/>
              </a:spcBef>
              <a:spcAft>
                <a:spcPts val="0"/>
              </a:spcAft>
              <a:buSzPts val="1200"/>
              <a:buChar char="○"/>
              <a:defRPr sz="5760"/>
            </a:lvl8pPr>
            <a:lvl9pPr marL="19751040" lvl="8" indent="-1463040">
              <a:spcBef>
                <a:spcPts val="0"/>
              </a:spcBef>
              <a:spcAft>
                <a:spcPts val="0"/>
              </a:spcAft>
              <a:buSzPts val="1200"/>
              <a:buChar char="■"/>
              <a:defRPr sz="5760"/>
            </a:lvl9pPr>
          </a:lstStyle>
          <a:p>
            <a:endParaRPr/>
          </a:p>
        </p:txBody>
      </p:sp>
      <p:sp>
        <p:nvSpPr>
          <p:cNvPr id="24" name="Google Shape;24;p5"/>
          <p:cNvSpPr txBox="1">
            <a:spLocks noGrp="1"/>
          </p:cNvSpPr>
          <p:nvPr>
            <p:ph type="sldNum" idx="12"/>
          </p:nvPr>
        </p:nvSpPr>
        <p:spPr>
          <a:xfrm>
            <a:off x="40667798" y="29844589"/>
            <a:ext cx="2633760" cy="251904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496160" y="2848160"/>
            <a:ext cx="40898880" cy="366528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40667798" y="29844589"/>
            <a:ext cx="2633760" cy="251904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496160" y="3555840"/>
            <a:ext cx="13478400" cy="483648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11520"/>
            </a:lvl1pPr>
            <a:lvl2pPr lvl="1">
              <a:spcBef>
                <a:spcPts val="0"/>
              </a:spcBef>
              <a:spcAft>
                <a:spcPts val="0"/>
              </a:spcAft>
              <a:buSzPts val="2400"/>
              <a:buNone/>
              <a:defRPr sz="11520"/>
            </a:lvl2pPr>
            <a:lvl3pPr lvl="2">
              <a:spcBef>
                <a:spcPts val="0"/>
              </a:spcBef>
              <a:spcAft>
                <a:spcPts val="0"/>
              </a:spcAft>
              <a:buSzPts val="2400"/>
              <a:buNone/>
              <a:defRPr sz="11520"/>
            </a:lvl3pPr>
            <a:lvl4pPr lvl="3">
              <a:spcBef>
                <a:spcPts val="0"/>
              </a:spcBef>
              <a:spcAft>
                <a:spcPts val="0"/>
              </a:spcAft>
              <a:buSzPts val="2400"/>
              <a:buNone/>
              <a:defRPr sz="11520"/>
            </a:lvl4pPr>
            <a:lvl5pPr lvl="4">
              <a:spcBef>
                <a:spcPts val="0"/>
              </a:spcBef>
              <a:spcAft>
                <a:spcPts val="0"/>
              </a:spcAft>
              <a:buSzPts val="2400"/>
              <a:buNone/>
              <a:defRPr sz="11520"/>
            </a:lvl5pPr>
            <a:lvl6pPr lvl="5">
              <a:spcBef>
                <a:spcPts val="0"/>
              </a:spcBef>
              <a:spcAft>
                <a:spcPts val="0"/>
              </a:spcAft>
              <a:buSzPts val="2400"/>
              <a:buNone/>
              <a:defRPr sz="11520"/>
            </a:lvl6pPr>
            <a:lvl7pPr lvl="6">
              <a:spcBef>
                <a:spcPts val="0"/>
              </a:spcBef>
              <a:spcAft>
                <a:spcPts val="0"/>
              </a:spcAft>
              <a:buSzPts val="2400"/>
              <a:buNone/>
              <a:defRPr sz="11520"/>
            </a:lvl7pPr>
            <a:lvl8pPr lvl="7">
              <a:spcBef>
                <a:spcPts val="0"/>
              </a:spcBef>
              <a:spcAft>
                <a:spcPts val="0"/>
              </a:spcAft>
              <a:buSzPts val="2400"/>
              <a:buNone/>
              <a:defRPr sz="11520"/>
            </a:lvl8pPr>
            <a:lvl9pPr lvl="8">
              <a:spcBef>
                <a:spcPts val="0"/>
              </a:spcBef>
              <a:spcAft>
                <a:spcPts val="0"/>
              </a:spcAft>
              <a:buSzPts val="2400"/>
              <a:buNone/>
              <a:defRPr sz="11520"/>
            </a:lvl9pPr>
          </a:lstStyle>
          <a:p>
            <a:endParaRPr/>
          </a:p>
        </p:txBody>
      </p:sp>
      <p:sp>
        <p:nvSpPr>
          <p:cNvPr id="30" name="Google Shape;30;p7"/>
          <p:cNvSpPr txBox="1">
            <a:spLocks noGrp="1"/>
          </p:cNvSpPr>
          <p:nvPr>
            <p:ph type="body" idx="1"/>
          </p:nvPr>
        </p:nvSpPr>
        <p:spPr>
          <a:xfrm>
            <a:off x="1496160" y="8893440"/>
            <a:ext cx="13478400" cy="20348160"/>
          </a:xfrm>
          <a:prstGeom prst="rect">
            <a:avLst/>
          </a:prstGeom>
        </p:spPr>
        <p:txBody>
          <a:bodyPr spcFirstLastPara="1" wrap="square" lIns="91425" tIns="91425" rIns="91425" bIns="91425" anchor="t" anchorCtr="0">
            <a:noAutofit/>
          </a:bodyPr>
          <a:lstStyle>
            <a:lvl1pPr marL="2194560" lvl="0" indent="-1463040">
              <a:spcBef>
                <a:spcPts val="0"/>
              </a:spcBef>
              <a:spcAft>
                <a:spcPts val="0"/>
              </a:spcAft>
              <a:buSzPts val="1200"/>
              <a:buChar char="●"/>
              <a:defRPr sz="5760"/>
            </a:lvl1pPr>
            <a:lvl2pPr marL="4389120" lvl="1" indent="-1463040">
              <a:spcBef>
                <a:spcPts val="0"/>
              </a:spcBef>
              <a:spcAft>
                <a:spcPts val="0"/>
              </a:spcAft>
              <a:buSzPts val="1200"/>
              <a:buChar char="○"/>
              <a:defRPr sz="5760"/>
            </a:lvl2pPr>
            <a:lvl3pPr marL="6583680" lvl="2" indent="-1463040">
              <a:spcBef>
                <a:spcPts val="0"/>
              </a:spcBef>
              <a:spcAft>
                <a:spcPts val="0"/>
              </a:spcAft>
              <a:buSzPts val="1200"/>
              <a:buChar char="■"/>
              <a:defRPr sz="5760"/>
            </a:lvl3pPr>
            <a:lvl4pPr marL="8778240" lvl="3" indent="-1463040">
              <a:spcBef>
                <a:spcPts val="0"/>
              </a:spcBef>
              <a:spcAft>
                <a:spcPts val="0"/>
              </a:spcAft>
              <a:buSzPts val="1200"/>
              <a:buChar char="●"/>
              <a:defRPr sz="5760"/>
            </a:lvl4pPr>
            <a:lvl5pPr marL="10972800" lvl="4" indent="-1463040">
              <a:spcBef>
                <a:spcPts val="0"/>
              </a:spcBef>
              <a:spcAft>
                <a:spcPts val="0"/>
              </a:spcAft>
              <a:buSzPts val="1200"/>
              <a:buChar char="○"/>
              <a:defRPr sz="5760"/>
            </a:lvl5pPr>
            <a:lvl6pPr marL="13167360" lvl="5" indent="-1463040">
              <a:spcBef>
                <a:spcPts val="0"/>
              </a:spcBef>
              <a:spcAft>
                <a:spcPts val="0"/>
              </a:spcAft>
              <a:buSzPts val="1200"/>
              <a:buChar char="■"/>
              <a:defRPr sz="5760"/>
            </a:lvl6pPr>
            <a:lvl7pPr marL="15361920" lvl="6" indent="-1463040">
              <a:spcBef>
                <a:spcPts val="0"/>
              </a:spcBef>
              <a:spcAft>
                <a:spcPts val="0"/>
              </a:spcAft>
              <a:buSzPts val="1200"/>
              <a:buChar char="●"/>
              <a:defRPr sz="5760"/>
            </a:lvl7pPr>
            <a:lvl8pPr marL="17556480" lvl="7" indent="-1463040">
              <a:spcBef>
                <a:spcPts val="0"/>
              </a:spcBef>
              <a:spcAft>
                <a:spcPts val="0"/>
              </a:spcAft>
              <a:buSzPts val="1200"/>
              <a:buChar char="○"/>
              <a:defRPr sz="5760"/>
            </a:lvl8pPr>
            <a:lvl9pPr marL="19751040" lvl="8" indent="-1463040">
              <a:spcBef>
                <a:spcPts val="0"/>
              </a:spcBef>
              <a:spcAft>
                <a:spcPts val="0"/>
              </a:spcAft>
              <a:buSzPts val="1200"/>
              <a:buChar char="■"/>
              <a:defRPr sz="5760"/>
            </a:lvl9pPr>
          </a:lstStyle>
          <a:p>
            <a:endParaRPr/>
          </a:p>
        </p:txBody>
      </p:sp>
      <p:sp>
        <p:nvSpPr>
          <p:cNvPr id="31" name="Google Shape;31;p7"/>
          <p:cNvSpPr txBox="1">
            <a:spLocks noGrp="1"/>
          </p:cNvSpPr>
          <p:nvPr>
            <p:ph type="sldNum" idx="12"/>
          </p:nvPr>
        </p:nvSpPr>
        <p:spPr>
          <a:xfrm>
            <a:off x="40667798" y="29844589"/>
            <a:ext cx="2633760" cy="251904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2353200" y="2880960"/>
            <a:ext cx="30565440" cy="2618112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23040"/>
            </a:lvl1pPr>
            <a:lvl2pPr lvl="1">
              <a:spcBef>
                <a:spcPts val="0"/>
              </a:spcBef>
              <a:spcAft>
                <a:spcPts val="0"/>
              </a:spcAft>
              <a:buSzPts val="4800"/>
              <a:buNone/>
              <a:defRPr sz="23040"/>
            </a:lvl2pPr>
            <a:lvl3pPr lvl="2">
              <a:spcBef>
                <a:spcPts val="0"/>
              </a:spcBef>
              <a:spcAft>
                <a:spcPts val="0"/>
              </a:spcAft>
              <a:buSzPts val="4800"/>
              <a:buNone/>
              <a:defRPr sz="23040"/>
            </a:lvl3pPr>
            <a:lvl4pPr lvl="3">
              <a:spcBef>
                <a:spcPts val="0"/>
              </a:spcBef>
              <a:spcAft>
                <a:spcPts val="0"/>
              </a:spcAft>
              <a:buSzPts val="4800"/>
              <a:buNone/>
              <a:defRPr sz="23040"/>
            </a:lvl4pPr>
            <a:lvl5pPr lvl="4">
              <a:spcBef>
                <a:spcPts val="0"/>
              </a:spcBef>
              <a:spcAft>
                <a:spcPts val="0"/>
              </a:spcAft>
              <a:buSzPts val="4800"/>
              <a:buNone/>
              <a:defRPr sz="23040"/>
            </a:lvl5pPr>
            <a:lvl6pPr lvl="5">
              <a:spcBef>
                <a:spcPts val="0"/>
              </a:spcBef>
              <a:spcAft>
                <a:spcPts val="0"/>
              </a:spcAft>
              <a:buSzPts val="4800"/>
              <a:buNone/>
              <a:defRPr sz="23040"/>
            </a:lvl6pPr>
            <a:lvl7pPr lvl="6">
              <a:spcBef>
                <a:spcPts val="0"/>
              </a:spcBef>
              <a:spcAft>
                <a:spcPts val="0"/>
              </a:spcAft>
              <a:buSzPts val="4800"/>
              <a:buNone/>
              <a:defRPr sz="23040"/>
            </a:lvl7pPr>
            <a:lvl8pPr lvl="7">
              <a:spcBef>
                <a:spcPts val="0"/>
              </a:spcBef>
              <a:spcAft>
                <a:spcPts val="0"/>
              </a:spcAft>
              <a:buSzPts val="4800"/>
              <a:buNone/>
              <a:defRPr sz="23040"/>
            </a:lvl8pPr>
            <a:lvl9pPr lvl="8">
              <a:spcBef>
                <a:spcPts val="0"/>
              </a:spcBef>
              <a:spcAft>
                <a:spcPts val="0"/>
              </a:spcAft>
              <a:buSzPts val="4800"/>
              <a:buNone/>
              <a:defRPr sz="23040"/>
            </a:lvl9pPr>
          </a:lstStyle>
          <a:p>
            <a:endParaRPr/>
          </a:p>
        </p:txBody>
      </p:sp>
      <p:sp>
        <p:nvSpPr>
          <p:cNvPr id="34" name="Google Shape;34;p8"/>
          <p:cNvSpPr txBox="1">
            <a:spLocks noGrp="1"/>
          </p:cNvSpPr>
          <p:nvPr>
            <p:ph type="sldNum" idx="12"/>
          </p:nvPr>
        </p:nvSpPr>
        <p:spPr>
          <a:xfrm>
            <a:off x="40667798" y="29844589"/>
            <a:ext cx="2633760" cy="251904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21945600" y="-800"/>
            <a:ext cx="21945600" cy="32918400"/>
          </a:xfrm>
          <a:prstGeom prst="rect">
            <a:avLst/>
          </a:prstGeom>
          <a:solidFill>
            <a:schemeClr val="lt2"/>
          </a:solidFill>
          <a:ln>
            <a:noFill/>
          </a:ln>
        </p:spPr>
        <p:txBody>
          <a:bodyPr spcFirstLastPara="1" wrap="square" lIns="438840" tIns="438840" rIns="438840" bIns="438840" anchor="ctr" anchorCtr="0">
            <a:noAutofit/>
          </a:bodyPr>
          <a:lstStyle/>
          <a:p>
            <a:pPr marL="0" lvl="0" indent="0" algn="l" rtl="0">
              <a:spcBef>
                <a:spcPts val="0"/>
              </a:spcBef>
              <a:spcAft>
                <a:spcPts val="0"/>
              </a:spcAft>
              <a:buNone/>
            </a:pPr>
            <a:endParaRPr sz="36125"/>
          </a:p>
        </p:txBody>
      </p:sp>
      <p:sp>
        <p:nvSpPr>
          <p:cNvPr id="37" name="Google Shape;37;p9"/>
          <p:cNvSpPr txBox="1">
            <a:spLocks noGrp="1"/>
          </p:cNvSpPr>
          <p:nvPr>
            <p:ph type="title"/>
          </p:nvPr>
        </p:nvSpPr>
        <p:spPr>
          <a:xfrm>
            <a:off x="1274400" y="7892320"/>
            <a:ext cx="19416960" cy="948672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20160"/>
            </a:lvl1pPr>
            <a:lvl2pPr lvl="1" algn="ctr">
              <a:spcBef>
                <a:spcPts val="0"/>
              </a:spcBef>
              <a:spcAft>
                <a:spcPts val="0"/>
              </a:spcAft>
              <a:buSzPts val="4200"/>
              <a:buNone/>
              <a:defRPr sz="20160"/>
            </a:lvl2pPr>
            <a:lvl3pPr lvl="2" algn="ctr">
              <a:spcBef>
                <a:spcPts val="0"/>
              </a:spcBef>
              <a:spcAft>
                <a:spcPts val="0"/>
              </a:spcAft>
              <a:buSzPts val="4200"/>
              <a:buNone/>
              <a:defRPr sz="20160"/>
            </a:lvl3pPr>
            <a:lvl4pPr lvl="3" algn="ctr">
              <a:spcBef>
                <a:spcPts val="0"/>
              </a:spcBef>
              <a:spcAft>
                <a:spcPts val="0"/>
              </a:spcAft>
              <a:buSzPts val="4200"/>
              <a:buNone/>
              <a:defRPr sz="20160"/>
            </a:lvl4pPr>
            <a:lvl5pPr lvl="4" algn="ctr">
              <a:spcBef>
                <a:spcPts val="0"/>
              </a:spcBef>
              <a:spcAft>
                <a:spcPts val="0"/>
              </a:spcAft>
              <a:buSzPts val="4200"/>
              <a:buNone/>
              <a:defRPr sz="20160"/>
            </a:lvl5pPr>
            <a:lvl6pPr lvl="5" algn="ctr">
              <a:spcBef>
                <a:spcPts val="0"/>
              </a:spcBef>
              <a:spcAft>
                <a:spcPts val="0"/>
              </a:spcAft>
              <a:buSzPts val="4200"/>
              <a:buNone/>
              <a:defRPr sz="20160"/>
            </a:lvl6pPr>
            <a:lvl7pPr lvl="6" algn="ctr">
              <a:spcBef>
                <a:spcPts val="0"/>
              </a:spcBef>
              <a:spcAft>
                <a:spcPts val="0"/>
              </a:spcAft>
              <a:buSzPts val="4200"/>
              <a:buNone/>
              <a:defRPr sz="20160"/>
            </a:lvl7pPr>
            <a:lvl8pPr lvl="7" algn="ctr">
              <a:spcBef>
                <a:spcPts val="0"/>
              </a:spcBef>
              <a:spcAft>
                <a:spcPts val="0"/>
              </a:spcAft>
              <a:buSzPts val="4200"/>
              <a:buNone/>
              <a:defRPr sz="20160"/>
            </a:lvl8pPr>
            <a:lvl9pPr lvl="8" algn="ctr">
              <a:spcBef>
                <a:spcPts val="0"/>
              </a:spcBef>
              <a:spcAft>
                <a:spcPts val="0"/>
              </a:spcAft>
              <a:buSzPts val="4200"/>
              <a:buNone/>
              <a:defRPr sz="20160"/>
            </a:lvl9pPr>
          </a:lstStyle>
          <a:p>
            <a:endParaRPr/>
          </a:p>
        </p:txBody>
      </p:sp>
      <p:sp>
        <p:nvSpPr>
          <p:cNvPr id="38" name="Google Shape;38;p9"/>
          <p:cNvSpPr txBox="1">
            <a:spLocks noGrp="1"/>
          </p:cNvSpPr>
          <p:nvPr>
            <p:ph type="subTitle" idx="1"/>
          </p:nvPr>
        </p:nvSpPr>
        <p:spPr>
          <a:xfrm>
            <a:off x="1274400" y="17939680"/>
            <a:ext cx="19416960" cy="790464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10080"/>
            </a:lvl1pPr>
            <a:lvl2pPr lvl="1" algn="ctr">
              <a:lnSpc>
                <a:spcPct val="100000"/>
              </a:lnSpc>
              <a:spcBef>
                <a:spcPts val="0"/>
              </a:spcBef>
              <a:spcAft>
                <a:spcPts val="0"/>
              </a:spcAft>
              <a:buSzPts val="2100"/>
              <a:buNone/>
              <a:defRPr sz="10080"/>
            </a:lvl2pPr>
            <a:lvl3pPr lvl="2" algn="ctr">
              <a:lnSpc>
                <a:spcPct val="100000"/>
              </a:lnSpc>
              <a:spcBef>
                <a:spcPts val="0"/>
              </a:spcBef>
              <a:spcAft>
                <a:spcPts val="0"/>
              </a:spcAft>
              <a:buSzPts val="2100"/>
              <a:buNone/>
              <a:defRPr sz="10080"/>
            </a:lvl3pPr>
            <a:lvl4pPr lvl="3" algn="ctr">
              <a:lnSpc>
                <a:spcPct val="100000"/>
              </a:lnSpc>
              <a:spcBef>
                <a:spcPts val="0"/>
              </a:spcBef>
              <a:spcAft>
                <a:spcPts val="0"/>
              </a:spcAft>
              <a:buSzPts val="2100"/>
              <a:buNone/>
              <a:defRPr sz="10080"/>
            </a:lvl4pPr>
            <a:lvl5pPr lvl="4" algn="ctr">
              <a:lnSpc>
                <a:spcPct val="100000"/>
              </a:lnSpc>
              <a:spcBef>
                <a:spcPts val="0"/>
              </a:spcBef>
              <a:spcAft>
                <a:spcPts val="0"/>
              </a:spcAft>
              <a:buSzPts val="2100"/>
              <a:buNone/>
              <a:defRPr sz="10080"/>
            </a:lvl5pPr>
            <a:lvl6pPr lvl="5" algn="ctr">
              <a:lnSpc>
                <a:spcPct val="100000"/>
              </a:lnSpc>
              <a:spcBef>
                <a:spcPts val="0"/>
              </a:spcBef>
              <a:spcAft>
                <a:spcPts val="0"/>
              </a:spcAft>
              <a:buSzPts val="2100"/>
              <a:buNone/>
              <a:defRPr sz="10080"/>
            </a:lvl6pPr>
            <a:lvl7pPr lvl="6" algn="ctr">
              <a:lnSpc>
                <a:spcPct val="100000"/>
              </a:lnSpc>
              <a:spcBef>
                <a:spcPts val="0"/>
              </a:spcBef>
              <a:spcAft>
                <a:spcPts val="0"/>
              </a:spcAft>
              <a:buSzPts val="2100"/>
              <a:buNone/>
              <a:defRPr sz="10080"/>
            </a:lvl7pPr>
            <a:lvl8pPr lvl="7" algn="ctr">
              <a:lnSpc>
                <a:spcPct val="100000"/>
              </a:lnSpc>
              <a:spcBef>
                <a:spcPts val="0"/>
              </a:spcBef>
              <a:spcAft>
                <a:spcPts val="0"/>
              </a:spcAft>
              <a:buSzPts val="2100"/>
              <a:buNone/>
              <a:defRPr sz="10080"/>
            </a:lvl8pPr>
            <a:lvl9pPr lvl="8" algn="ctr">
              <a:lnSpc>
                <a:spcPct val="100000"/>
              </a:lnSpc>
              <a:spcBef>
                <a:spcPts val="0"/>
              </a:spcBef>
              <a:spcAft>
                <a:spcPts val="0"/>
              </a:spcAft>
              <a:buSzPts val="2100"/>
              <a:buNone/>
              <a:defRPr sz="10080"/>
            </a:lvl9pPr>
          </a:lstStyle>
          <a:p>
            <a:endParaRPr/>
          </a:p>
        </p:txBody>
      </p:sp>
      <p:sp>
        <p:nvSpPr>
          <p:cNvPr id="39" name="Google Shape;39;p9"/>
          <p:cNvSpPr txBox="1">
            <a:spLocks noGrp="1"/>
          </p:cNvSpPr>
          <p:nvPr>
            <p:ph type="body" idx="2"/>
          </p:nvPr>
        </p:nvSpPr>
        <p:spPr>
          <a:xfrm>
            <a:off x="23709600" y="4634080"/>
            <a:ext cx="18417600" cy="23648640"/>
          </a:xfrm>
          <a:prstGeom prst="rect">
            <a:avLst/>
          </a:prstGeom>
        </p:spPr>
        <p:txBody>
          <a:bodyPr spcFirstLastPara="1" wrap="square" lIns="91425" tIns="91425" rIns="91425" bIns="91425" anchor="ctr" anchorCtr="0">
            <a:noAutofit/>
          </a:bodyPr>
          <a:lstStyle>
            <a:lvl1pPr marL="2194560" lvl="0" indent="-1645920">
              <a:spcBef>
                <a:spcPts val="0"/>
              </a:spcBef>
              <a:spcAft>
                <a:spcPts val="0"/>
              </a:spcAft>
              <a:buSzPts val="1800"/>
              <a:buChar char="●"/>
              <a:defRPr/>
            </a:lvl1pPr>
            <a:lvl2pPr marL="4389120" lvl="1" indent="-1524000">
              <a:spcBef>
                <a:spcPts val="0"/>
              </a:spcBef>
              <a:spcAft>
                <a:spcPts val="0"/>
              </a:spcAft>
              <a:buSzPts val="1400"/>
              <a:buChar char="○"/>
              <a:defRPr/>
            </a:lvl2pPr>
            <a:lvl3pPr marL="6583680" lvl="2" indent="-1524000">
              <a:spcBef>
                <a:spcPts val="0"/>
              </a:spcBef>
              <a:spcAft>
                <a:spcPts val="0"/>
              </a:spcAft>
              <a:buSzPts val="1400"/>
              <a:buChar char="■"/>
              <a:defRPr/>
            </a:lvl3pPr>
            <a:lvl4pPr marL="8778240" lvl="3" indent="-1524000">
              <a:spcBef>
                <a:spcPts val="0"/>
              </a:spcBef>
              <a:spcAft>
                <a:spcPts val="0"/>
              </a:spcAft>
              <a:buSzPts val="1400"/>
              <a:buChar char="●"/>
              <a:defRPr/>
            </a:lvl4pPr>
            <a:lvl5pPr marL="10972800" lvl="4" indent="-1524000">
              <a:spcBef>
                <a:spcPts val="0"/>
              </a:spcBef>
              <a:spcAft>
                <a:spcPts val="0"/>
              </a:spcAft>
              <a:buSzPts val="1400"/>
              <a:buChar char="○"/>
              <a:defRPr/>
            </a:lvl5pPr>
            <a:lvl6pPr marL="13167360" lvl="5" indent="-1524000">
              <a:spcBef>
                <a:spcPts val="0"/>
              </a:spcBef>
              <a:spcAft>
                <a:spcPts val="0"/>
              </a:spcAft>
              <a:buSzPts val="1400"/>
              <a:buChar char="■"/>
              <a:defRPr/>
            </a:lvl6pPr>
            <a:lvl7pPr marL="15361920" lvl="6" indent="-1524000">
              <a:spcBef>
                <a:spcPts val="0"/>
              </a:spcBef>
              <a:spcAft>
                <a:spcPts val="0"/>
              </a:spcAft>
              <a:buSzPts val="1400"/>
              <a:buChar char="●"/>
              <a:defRPr/>
            </a:lvl7pPr>
            <a:lvl8pPr marL="17556480" lvl="7" indent="-1524000">
              <a:spcBef>
                <a:spcPts val="0"/>
              </a:spcBef>
              <a:spcAft>
                <a:spcPts val="0"/>
              </a:spcAft>
              <a:buSzPts val="1400"/>
              <a:buChar char="○"/>
              <a:defRPr/>
            </a:lvl8pPr>
            <a:lvl9pPr marL="19751040" lvl="8" indent="-15240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40667798" y="29844589"/>
            <a:ext cx="2633760" cy="251904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496160" y="27075680"/>
            <a:ext cx="28794240" cy="3872640"/>
          </a:xfrm>
          <a:prstGeom prst="rect">
            <a:avLst/>
          </a:prstGeom>
        </p:spPr>
        <p:txBody>
          <a:bodyPr spcFirstLastPara="1" wrap="square" lIns="91425" tIns="91425" rIns="91425" bIns="91425" anchor="ctr" anchorCtr="0">
            <a:noAutofit/>
          </a:bodyPr>
          <a:lstStyle>
            <a:lvl1pPr marL="2194560" lvl="0" indent="-109728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40667798" y="29844589"/>
            <a:ext cx="2633760" cy="251904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496160" y="7079200"/>
            <a:ext cx="40898880" cy="125664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57600"/>
            </a:lvl1pPr>
            <a:lvl2pPr lvl="1" algn="ctr">
              <a:spcBef>
                <a:spcPts val="0"/>
              </a:spcBef>
              <a:spcAft>
                <a:spcPts val="0"/>
              </a:spcAft>
              <a:buSzPts val="12000"/>
              <a:buNone/>
              <a:defRPr sz="57600"/>
            </a:lvl2pPr>
            <a:lvl3pPr lvl="2" algn="ctr">
              <a:spcBef>
                <a:spcPts val="0"/>
              </a:spcBef>
              <a:spcAft>
                <a:spcPts val="0"/>
              </a:spcAft>
              <a:buSzPts val="12000"/>
              <a:buNone/>
              <a:defRPr sz="57600"/>
            </a:lvl3pPr>
            <a:lvl4pPr lvl="3" algn="ctr">
              <a:spcBef>
                <a:spcPts val="0"/>
              </a:spcBef>
              <a:spcAft>
                <a:spcPts val="0"/>
              </a:spcAft>
              <a:buSzPts val="12000"/>
              <a:buNone/>
              <a:defRPr sz="57600"/>
            </a:lvl4pPr>
            <a:lvl5pPr lvl="4" algn="ctr">
              <a:spcBef>
                <a:spcPts val="0"/>
              </a:spcBef>
              <a:spcAft>
                <a:spcPts val="0"/>
              </a:spcAft>
              <a:buSzPts val="12000"/>
              <a:buNone/>
              <a:defRPr sz="57600"/>
            </a:lvl5pPr>
            <a:lvl6pPr lvl="5" algn="ctr">
              <a:spcBef>
                <a:spcPts val="0"/>
              </a:spcBef>
              <a:spcAft>
                <a:spcPts val="0"/>
              </a:spcAft>
              <a:buSzPts val="12000"/>
              <a:buNone/>
              <a:defRPr sz="57600"/>
            </a:lvl6pPr>
            <a:lvl7pPr lvl="6" algn="ctr">
              <a:spcBef>
                <a:spcPts val="0"/>
              </a:spcBef>
              <a:spcAft>
                <a:spcPts val="0"/>
              </a:spcAft>
              <a:buSzPts val="12000"/>
              <a:buNone/>
              <a:defRPr sz="57600"/>
            </a:lvl7pPr>
            <a:lvl8pPr lvl="7" algn="ctr">
              <a:spcBef>
                <a:spcPts val="0"/>
              </a:spcBef>
              <a:spcAft>
                <a:spcPts val="0"/>
              </a:spcAft>
              <a:buSzPts val="12000"/>
              <a:buNone/>
              <a:defRPr sz="57600"/>
            </a:lvl8pPr>
            <a:lvl9pPr lvl="8" algn="ctr">
              <a:spcBef>
                <a:spcPts val="0"/>
              </a:spcBef>
              <a:spcAft>
                <a:spcPts val="0"/>
              </a:spcAft>
              <a:buSzPts val="12000"/>
              <a:buNone/>
              <a:defRPr sz="57600"/>
            </a:lvl9pPr>
          </a:lstStyle>
          <a:p>
            <a:r>
              <a:t>xx%</a:t>
            </a:r>
          </a:p>
        </p:txBody>
      </p:sp>
      <p:sp>
        <p:nvSpPr>
          <p:cNvPr id="46" name="Google Shape;46;p11"/>
          <p:cNvSpPr txBox="1">
            <a:spLocks noGrp="1"/>
          </p:cNvSpPr>
          <p:nvPr>
            <p:ph type="body" idx="1"/>
          </p:nvPr>
        </p:nvSpPr>
        <p:spPr>
          <a:xfrm>
            <a:off x="1496160" y="20174240"/>
            <a:ext cx="40898880" cy="8325120"/>
          </a:xfrm>
          <a:prstGeom prst="rect">
            <a:avLst/>
          </a:prstGeom>
        </p:spPr>
        <p:txBody>
          <a:bodyPr spcFirstLastPara="1" wrap="square" lIns="91425" tIns="91425" rIns="91425" bIns="91425" anchor="t" anchorCtr="0">
            <a:noAutofit/>
          </a:bodyPr>
          <a:lstStyle>
            <a:lvl1pPr marL="2194560" lvl="0" indent="-1645920" algn="ctr">
              <a:spcBef>
                <a:spcPts val="0"/>
              </a:spcBef>
              <a:spcAft>
                <a:spcPts val="0"/>
              </a:spcAft>
              <a:buSzPts val="1800"/>
              <a:buChar char="●"/>
              <a:defRPr/>
            </a:lvl1pPr>
            <a:lvl2pPr marL="4389120" lvl="1" indent="-1524000" algn="ctr">
              <a:spcBef>
                <a:spcPts val="0"/>
              </a:spcBef>
              <a:spcAft>
                <a:spcPts val="0"/>
              </a:spcAft>
              <a:buSzPts val="1400"/>
              <a:buChar char="○"/>
              <a:defRPr/>
            </a:lvl2pPr>
            <a:lvl3pPr marL="6583680" lvl="2" indent="-1524000" algn="ctr">
              <a:spcBef>
                <a:spcPts val="0"/>
              </a:spcBef>
              <a:spcAft>
                <a:spcPts val="0"/>
              </a:spcAft>
              <a:buSzPts val="1400"/>
              <a:buChar char="■"/>
              <a:defRPr/>
            </a:lvl3pPr>
            <a:lvl4pPr marL="8778240" lvl="3" indent="-1524000" algn="ctr">
              <a:spcBef>
                <a:spcPts val="0"/>
              </a:spcBef>
              <a:spcAft>
                <a:spcPts val="0"/>
              </a:spcAft>
              <a:buSzPts val="1400"/>
              <a:buChar char="●"/>
              <a:defRPr/>
            </a:lvl4pPr>
            <a:lvl5pPr marL="10972800" lvl="4" indent="-1524000" algn="ctr">
              <a:spcBef>
                <a:spcPts val="0"/>
              </a:spcBef>
              <a:spcAft>
                <a:spcPts val="0"/>
              </a:spcAft>
              <a:buSzPts val="1400"/>
              <a:buChar char="○"/>
              <a:defRPr/>
            </a:lvl5pPr>
            <a:lvl6pPr marL="13167360" lvl="5" indent="-1524000" algn="ctr">
              <a:spcBef>
                <a:spcPts val="0"/>
              </a:spcBef>
              <a:spcAft>
                <a:spcPts val="0"/>
              </a:spcAft>
              <a:buSzPts val="1400"/>
              <a:buChar char="■"/>
              <a:defRPr/>
            </a:lvl6pPr>
            <a:lvl7pPr marL="15361920" lvl="6" indent="-1524000" algn="ctr">
              <a:spcBef>
                <a:spcPts val="0"/>
              </a:spcBef>
              <a:spcAft>
                <a:spcPts val="0"/>
              </a:spcAft>
              <a:buSzPts val="1400"/>
              <a:buChar char="●"/>
              <a:defRPr/>
            </a:lvl7pPr>
            <a:lvl8pPr marL="17556480" lvl="7" indent="-1524000" algn="ctr">
              <a:spcBef>
                <a:spcPts val="0"/>
              </a:spcBef>
              <a:spcAft>
                <a:spcPts val="0"/>
              </a:spcAft>
              <a:buSzPts val="1400"/>
              <a:buChar char="○"/>
              <a:defRPr/>
            </a:lvl8pPr>
            <a:lvl9pPr marL="19751040" lvl="8" indent="-15240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40667798" y="29844589"/>
            <a:ext cx="2633760" cy="251904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40667798" y="29844589"/>
            <a:ext cx="2633760" cy="251904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53"/>
        <p:cNvGrpSpPr/>
        <p:nvPr/>
      </p:nvGrpSpPr>
      <p:grpSpPr>
        <a:xfrm>
          <a:off x="0" y="0"/>
          <a:ext cx="0" cy="0"/>
          <a:chOff x="0" y="0"/>
          <a:chExt cx="0" cy="0"/>
        </a:xfrm>
      </p:grpSpPr>
      <p:sp>
        <p:nvSpPr>
          <p:cNvPr id="54" name="Google Shape;54;p14"/>
          <p:cNvSpPr/>
          <p:nvPr/>
        </p:nvSpPr>
        <p:spPr>
          <a:xfrm>
            <a:off x="-10515600" y="0"/>
            <a:ext cx="9601200" cy="32918400"/>
          </a:xfrm>
          <a:prstGeom prst="rect">
            <a:avLst/>
          </a:prstGeom>
          <a:solidFill>
            <a:srgbClr val="D8D8D8"/>
          </a:solidFill>
          <a:ln>
            <a:noFill/>
          </a:ln>
        </p:spPr>
        <p:txBody>
          <a:bodyPr spcFirstLastPara="1" wrap="square" lIns="157080" tIns="157080" rIns="157080" bIns="157080" anchor="t" anchorCtr="0">
            <a:noAutofit/>
          </a:bodyPr>
          <a:lstStyle/>
          <a:p>
            <a:pPr marL="0" marR="0" lvl="0" indent="0" algn="l" rtl="0">
              <a:spcBef>
                <a:spcPts val="0"/>
              </a:spcBef>
              <a:spcAft>
                <a:spcPts val="0"/>
              </a:spcAft>
              <a:buNone/>
            </a:pPr>
            <a:r>
              <a:rPr lang="en" sz="6720" b="0" i="0" u="none" strike="noStrike" cap="none">
                <a:solidFill>
                  <a:srgbClr val="7F7F7F"/>
                </a:solidFill>
                <a:latin typeface="Calibri"/>
                <a:ea typeface="Calibri"/>
                <a:cs typeface="Calibri"/>
                <a:sym typeface="Calibri"/>
              </a:rPr>
              <a:t>Poster Print Size:</a:t>
            </a:r>
            <a:endParaRPr sz="6720" b="0" i="0" u="none" strike="noStrike" cap="none">
              <a:solidFill>
                <a:srgbClr val="7F7F7F"/>
              </a:solidFill>
              <a:latin typeface="Calibri"/>
              <a:ea typeface="Calibri"/>
              <a:cs typeface="Calibri"/>
              <a:sym typeface="Calibri"/>
            </a:endParaRPr>
          </a:p>
          <a:p>
            <a:pPr marL="0" marR="0" lvl="0" indent="0" algn="l" rtl="0">
              <a:spcBef>
                <a:spcPts val="1440"/>
              </a:spcBef>
              <a:spcAft>
                <a:spcPts val="0"/>
              </a:spcAft>
              <a:buNone/>
            </a:pPr>
            <a:r>
              <a:rPr lang="en" sz="4320" b="0" i="0" u="none" strike="noStrike" cap="none">
                <a:solidFill>
                  <a:srgbClr val="7F7F7F"/>
                </a:solidFill>
                <a:latin typeface="Calibri"/>
                <a:ea typeface="Calibri"/>
                <a:cs typeface="Calibri"/>
                <a:sym typeface="Calibri"/>
              </a:rPr>
              <a:t>This poster template is 36” high by 48” wide. It can be used to print any poster with a 3:4 aspect ratio.</a:t>
            </a:r>
            <a:endParaRPr sz="1440"/>
          </a:p>
          <a:p>
            <a:pPr marL="0" marR="0" lvl="0" indent="0" algn="l" rtl="0">
              <a:spcBef>
                <a:spcPts val="1440"/>
              </a:spcBef>
              <a:spcAft>
                <a:spcPts val="0"/>
              </a:spcAft>
              <a:buNone/>
            </a:pPr>
            <a:r>
              <a:rPr lang="en" sz="6720" b="0" i="0" u="none" strike="noStrike" cap="none">
                <a:solidFill>
                  <a:srgbClr val="7F7F7F"/>
                </a:solidFill>
                <a:latin typeface="Calibri"/>
                <a:ea typeface="Calibri"/>
                <a:cs typeface="Calibri"/>
                <a:sym typeface="Calibri"/>
              </a:rPr>
              <a:t>Placeholders:</a:t>
            </a:r>
            <a:endParaRPr sz="1440"/>
          </a:p>
          <a:p>
            <a:pPr marL="0" marR="0" lvl="0" indent="0" algn="l" rtl="0">
              <a:spcBef>
                <a:spcPts val="1440"/>
              </a:spcBef>
              <a:spcAft>
                <a:spcPts val="0"/>
              </a:spcAft>
              <a:buNone/>
            </a:pPr>
            <a:r>
              <a:rPr lang="en" sz="4320" b="0" i="0" u="none" strike="noStrike" cap="none">
                <a:solidFill>
                  <a:srgbClr val="7F7F7F"/>
                </a:solidFill>
                <a:latin typeface="Calibri"/>
                <a:ea typeface="Calibri"/>
                <a:cs typeface="Calibri"/>
                <a:sym typeface="Calibri"/>
              </a:rPr>
              <a:t>The various elements included in this poster are ones we often see in medical, research, and scientific posters. Feel free to edit, move,  add, and delete items, or change the layout to suit your needs. Always check with your conference organizer for specific requirements.</a:t>
            </a:r>
            <a:endParaRPr sz="1440"/>
          </a:p>
          <a:p>
            <a:pPr marL="0" marR="0" lvl="0" indent="0" algn="l" rtl="0">
              <a:spcBef>
                <a:spcPts val="1440"/>
              </a:spcBef>
              <a:spcAft>
                <a:spcPts val="0"/>
              </a:spcAft>
              <a:buNone/>
            </a:pPr>
            <a:r>
              <a:rPr lang="en" sz="6720" b="0" i="0" u="none" strike="noStrike" cap="none">
                <a:solidFill>
                  <a:srgbClr val="7F7F7F"/>
                </a:solidFill>
                <a:latin typeface="Calibri"/>
                <a:ea typeface="Calibri"/>
                <a:cs typeface="Calibri"/>
                <a:sym typeface="Calibri"/>
              </a:rPr>
              <a:t>Image Quality:</a:t>
            </a:r>
            <a:endParaRPr sz="1440"/>
          </a:p>
          <a:p>
            <a:pPr marL="0" marR="0" lvl="0" indent="0" algn="l" rtl="0">
              <a:spcBef>
                <a:spcPts val="1440"/>
              </a:spcBef>
              <a:spcAft>
                <a:spcPts val="0"/>
              </a:spcAft>
              <a:buNone/>
            </a:pPr>
            <a:r>
              <a:rPr lang="en" sz="4320" b="0" i="0" u="none" strike="noStrike" cap="none">
                <a:solidFill>
                  <a:srgbClr val="7F7F7F"/>
                </a:solidFill>
                <a:latin typeface="Calibri"/>
                <a:ea typeface="Calibri"/>
                <a:cs typeface="Calibri"/>
                <a:sym typeface="Calibri"/>
              </a:rPr>
              <a:t>You can place digital photos or logo art in your poster file by selecting the </a:t>
            </a:r>
            <a:r>
              <a:rPr lang="en" sz="4320" b="1" i="0" u="none" strike="noStrike" cap="none">
                <a:solidFill>
                  <a:srgbClr val="7F7F7F"/>
                </a:solidFill>
                <a:latin typeface="Calibri"/>
                <a:ea typeface="Calibri"/>
                <a:cs typeface="Calibri"/>
                <a:sym typeface="Calibri"/>
              </a:rPr>
              <a:t>Insert, Picture</a:t>
            </a:r>
            <a:r>
              <a:rPr lang="en" sz="4320" b="0" i="0" u="none" strike="noStrike" cap="none">
                <a:solidFill>
                  <a:srgbClr val="7F7F7F"/>
                </a:solidFill>
                <a:latin typeface="Calibri"/>
                <a:ea typeface="Calibri"/>
                <a:cs typeface="Calibri"/>
                <a:sym typeface="Calibri"/>
              </a:rPr>
              <a:t> command, or by using standard copy &amp; paste. For best results, all graphic elements should be at least </a:t>
            </a:r>
            <a:r>
              <a:rPr lang="en" sz="4320" b="1" i="0" u="none" strike="noStrike" cap="none">
                <a:solidFill>
                  <a:srgbClr val="7F7F7F"/>
                </a:solidFill>
                <a:latin typeface="Calibri"/>
                <a:ea typeface="Calibri"/>
                <a:cs typeface="Calibri"/>
                <a:sym typeface="Calibri"/>
              </a:rPr>
              <a:t>150-200 pixels per inch in their final printed size</a:t>
            </a:r>
            <a:r>
              <a:rPr lang="en" sz="4320" b="0" i="0" u="none" strike="noStrike" cap="none">
                <a:solidFill>
                  <a:srgbClr val="7F7F7F"/>
                </a:solidFill>
                <a:latin typeface="Calibri"/>
                <a:ea typeface="Calibri"/>
                <a:cs typeface="Calibri"/>
                <a:sym typeface="Calibri"/>
              </a:rPr>
              <a:t>. For instance, a 1600 x 1200 pixel photo will usually look fine up to 8“-10” wide on your printed poster.</a:t>
            </a:r>
            <a:endParaRPr sz="1440"/>
          </a:p>
          <a:p>
            <a:pPr marL="0" marR="0" lvl="0" indent="0" algn="l" rtl="0">
              <a:spcBef>
                <a:spcPts val="1440"/>
              </a:spcBef>
              <a:spcAft>
                <a:spcPts val="0"/>
              </a:spcAft>
              <a:buNone/>
            </a:pPr>
            <a:r>
              <a:rPr lang="en" sz="4320" b="0" i="0" u="none" strike="noStrike" cap="none">
                <a:solidFill>
                  <a:srgbClr val="7F7F7F"/>
                </a:solidFill>
                <a:latin typeface="Calibri"/>
                <a:ea typeface="Calibri"/>
                <a:cs typeface="Calibri"/>
                <a:sym typeface="Calibri"/>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sz="1440"/>
          </a:p>
          <a:p>
            <a:pPr marL="0" marR="0" lvl="0" indent="0" algn="l" rtl="0">
              <a:spcBef>
                <a:spcPts val="1440"/>
              </a:spcBef>
              <a:spcAft>
                <a:spcPts val="0"/>
              </a:spcAft>
              <a:buNone/>
            </a:pPr>
            <a:r>
              <a:rPr lang="en" sz="4320" b="0" i="0" u="none" strike="noStrike" cap="none">
                <a:solidFill>
                  <a:srgbClr val="7F7F7F"/>
                </a:solidFill>
                <a:latin typeface="Calibri"/>
                <a:ea typeface="Calibri"/>
                <a:cs typeface="Calibri"/>
                <a:sym typeface="Calibri"/>
              </a:rPr>
              <a:t>Please note that graphics from websites (such as the logo on your hospital's or university's home page) will only be 72dpi and not suitable for printing.</a:t>
            </a:r>
            <a:endParaRPr sz="1440"/>
          </a:p>
          <a:p>
            <a:pPr marL="0" marR="0" lvl="0" indent="0" algn="ctr" rtl="0">
              <a:spcBef>
                <a:spcPts val="1440"/>
              </a:spcBef>
              <a:spcAft>
                <a:spcPts val="0"/>
              </a:spcAft>
              <a:buNone/>
            </a:pPr>
            <a:br>
              <a:rPr lang="en" sz="3360" b="0" i="0" u="none" strike="noStrike" cap="none">
                <a:solidFill>
                  <a:srgbClr val="7F7F7F"/>
                </a:solidFill>
                <a:latin typeface="Calibri"/>
                <a:ea typeface="Calibri"/>
                <a:cs typeface="Calibri"/>
                <a:sym typeface="Calibri"/>
              </a:rPr>
            </a:br>
            <a:r>
              <a:rPr lang="en" sz="3360" b="0" i="0" u="none" strike="noStrike" cap="none">
                <a:solidFill>
                  <a:srgbClr val="7F7F7F"/>
                </a:solidFill>
                <a:latin typeface="Calibri"/>
                <a:ea typeface="Calibri"/>
                <a:cs typeface="Calibri"/>
                <a:sym typeface="Calibri"/>
              </a:rPr>
              <a:t>[This sidebar area does not print.]</a:t>
            </a:r>
            <a:endParaRPr sz="1440"/>
          </a:p>
        </p:txBody>
      </p:sp>
      <p:grpSp>
        <p:nvGrpSpPr>
          <p:cNvPr id="55" name="Google Shape;55;p14"/>
          <p:cNvGrpSpPr/>
          <p:nvPr/>
        </p:nvGrpSpPr>
        <p:grpSpPr>
          <a:xfrm>
            <a:off x="44805600" y="0"/>
            <a:ext cx="9601200" cy="32918400"/>
            <a:chOff x="33832800" y="0"/>
            <a:chExt cx="12801600" cy="43891200"/>
          </a:xfrm>
        </p:grpSpPr>
        <p:sp>
          <p:nvSpPr>
            <p:cNvPr id="56" name="Google Shape;56;p14"/>
            <p:cNvSpPr/>
            <p:nvPr/>
          </p:nvSpPr>
          <p:spPr>
            <a:xfrm>
              <a:off x="33832800" y="0"/>
              <a:ext cx="12801600" cy="43891200"/>
            </a:xfrm>
            <a:prstGeom prst="rect">
              <a:avLst/>
            </a:prstGeom>
            <a:solidFill>
              <a:srgbClr val="D8D8D8"/>
            </a:solidFill>
            <a:ln>
              <a:noFill/>
            </a:ln>
          </p:spPr>
          <p:txBody>
            <a:bodyPr spcFirstLastPara="1" wrap="square" lIns="52400" tIns="52400" rIns="52400" bIns="52400" anchor="t" anchorCtr="0">
              <a:noAutofit/>
            </a:bodyPr>
            <a:lstStyle/>
            <a:p>
              <a:pPr marL="0" marR="0" lvl="0" indent="0" algn="l" rtl="0">
                <a:spcBef>
                  <a:spcPts val="0"/>
                </a:spcBef>
                <a:spcAft>
                  <a:spcPts val="0"/>
                </a:spcAft>
                <a:buNone/>
              </a:pPr>
              <a:r>
                <a:rPr lang="en" sz="6720" b="0" i="0" u="none" strike="noStrike" cap="none">
                  <a:solidFill>
                    <a:srgbClr val="7F7F7F"/>
                  </a:solidFill>
                  <a:latin typeface="Calibri"/>
                  <a:ea typeface="Calibri"/>
                  <a:cs typeface="Calibri"/>
                  <a:sym typeface="Calibri"/>
                </a:rPr>
                <a:t>Change Color Theme:</a:t>
              </a:r>
              <a:endParaRPr sz="6720" b="0" i="0" u="none" strike="noStrike" cap="none">
                <a:solidFill>
                  <a:srgbClr val="7F7F7F"/>
                </a:solidFill>
                <a:latin typeface="Calibri"/>
                <a:ea typeface="Calibri"/>
                <a:cs typeface="Calibri"/>
                <a:sym typeface="Calibri"/>
              </a:endParaRPr>
            </a:p>
            <a:p>
              <a:pPr marL="0" marR="0" lvl="0" indent="0" algn="l" rtl="0">
                <a:spcBef>
                  <a:spcPts val="1440"/>
                </a:spcBef>
                <a:spcAft>
                  <a:spcPts val="0"/>
                </a:spcAft>
                <a:buNone/>
              </a:pPr>
              <a:r>
                <a:rPr lang="en" sz="4320" b="0" i="0" u="none" strike="noStrike" cap="none">
                  <a:solidFill>
                    <a:srgbClr val="7F7F7F"/>
                  </a:solidFill>
                  <a:latin typeface="Calibri"/>
                  <a:ea typeface="Calibri"/>
                  <a:cs typeface="Calibri"/>
                  <a:sym typeface="Calibri"/>
                </a:rPr>
                <a:t>This template is designed with a custom color theme named MSBA Poster. </a:t>
              </a:r>
              <a:endParaRPr sz="4320" b="0" i="0" u="none" strike="noStrike" cap="none">
                <a:solidFill>
                  <a:srgbClr val="7F7F7F"/>
                </a:solidFill>
                <a:latin typeface="Calibri"/>
                <a:ea typeface="Calibri"/>
                <a:cs typeface="Calibri"/>
                <a:sym typeface="Calibri"/>
              </a:endParaRPr>
            </a:p>
            <a:p>
              <a:pPr marL="0" marR="0" lvl="0" indent="0" algn="l" rtl="0">
                <a:spcBef>
                  <a:spcPts val="1440"/>
                </a:spcBef>
                <a:spcAft>
                  <a:spcPts val="0"/>
                </a:spcAft>
                <a:buNone/>
              </a:pPr>
              <a:r>
                <a:rPr lang="en" sz="4320" b="0" i="0" u="none" strike="noStrike" cap="none">
                  <a:solidFill>
                    <a:srgbClr val="7F7F7F"/>
                  </a:solidFill>
                  <a:latin typeface="Calibri"/>
                  <a:ea typeface="Calibri"/>
                  <a:cs typeface="Calibri"/>
                  <a:sym typeface="Calibri"/>
                </a:rPr>
                <a:t>To change the color theme, select the </a:t>
              </a:r>
              <a:r>
                <a:rPr lang="en" sz="4320" b="1" i="0" u="none" strike="noStrike" cap="none">
                  <a:solidFill>
                    <a:srgbClr val="7F7F7F"/>
                  </a:solidFill>
                  <a:latin typeface="Calibri"/>
                  <a:ea typeface="Calibri"/>
                  <a:cs typeface="Calibri"/>
                  <a:sym typeface="Calibri"/>
                </a:rPr>
                <a:t>Design</a:t>
              </a:r>
              <a:r>
                <a:rPr lang="en" sz="4320" b="0" i="0" u="none" strike="noStrike" cap="none">
                  <a:solidFill>
                    <a:srgbClr val="7F7F7F"/>
                  </a:solidFill>
                  <a:latin typeface="Calibri"/>
                  <a:ea typeface="Calibri"/>
                  <a:cs typeface="Calibri"/>
                  <a:sym typeface="Calibri"/>
                </a:rPr>
                <a:t> tab, then select the </a:t>
              </a:r>
              <a:r>
                <a:rPr lang="en" sz="4320" b="1" i="0" u="none" strike="noStrike" cap="none">
                  <a:solidFill>
                    <a:srgbClr val="7F7F7F"/>
                  </a:solidFill>
                  <a:latin typeface="Calibri"/>
                  <a:ea typeface="Calibri"/>
                  <a:cs typeface="Calibri"/>
                  <a:sym typeface="Calibri"/>
                </a:rPr>
                <a:t>Colors</a:t>
              </a:r>
              <a:r>
                <a:rPr lang="en" sz="4320" b="0" i="0" u="none" strike="noStrike" cap="none">
                  <a:solidFill>
                    <a:srgbClr val="7F7F7F"/>
                  </a:solidFill>
                  <a:latin typeface="Calibri"/>
                  <a:ea typeface="Calibri"/>
                  <a:cs typeface="Calibri"/>
                  <a:sym typeface="Calibri"/>
                </a:rPr>
                <a:t> drop-down list.</a:t>
              </a:r>
              <a:endParaRPr sz="1440"/>
            </a:p>
            <a:p>
              <a:pPr marL="0" marR="0" lvl="0" indent="0" algn="l" rtl="0">
                <a:spcBef>
                  <a:spcPts val="1440"/>
                </a:spcBef>
                <a:spcAft>
                  <a:spcPts val="0"/>
                </a:spcAft>
                <a:buNone/>
              </a:pPr>
              <a:endParaRPr sz="4320" b="0" i="0" u="none" strike="noStrike" cap="none">
                <a:solidFill>
                  <a:srgbClr val="7F7F7F"/>
                </a:solidFill>
                <a:latin typeface="Calibri"/>
                <a:ea typeface="Calibri"/>
                <a:cs typeface="Calibri"/>
                <a:sym typeface="Calibri"/>
              </a:endParaRPr>
            </a:p>
            <a:p>
              <a:pPr marL="0" marR="0" lvl="0" indent="0" algn="l" rtl="0">
                <a:spcBef>
                  <a:spcPts val="1440"/>
                </a:spcBef>
                <a:spcAft>
                  <a:spcPts val="0"/>
                </a:spcAft>
                <a:buNone/>
              </a:pPr>
              <a:endParaRPr sz="4320" b="0" i="0" u="none" strike="noStrike" cap="none">
                <a:solidFill>
                  <a:srgbClr val="7F7F7F"/>
                </a:solidFill>
                <a:latin typeface="Calibri"/>
                <a:ea typeface="Calibri"/>
                <a:cs typeface="Calibri"/>
                <a:sym typeface="Calibri"/>
              </a:endParaRPr>
            </a:p>
            <a:p>
              <a:pPr marL="0" marR="0" lvl="0" indent="0" algn="l" rtl="0">
                <a:spcBef>
                  <a:spcPts val="1440"/>
                </a:spcBef>
                <a:spcAft>
                  <a:spcPts val="0"/>
                </a:spcAft>
                <a:buNone/>
              </a:pPr>
              <a:endParaRPr sz="4320" b="0" i="0" u="none" strike="noStrike" cap="none">
                <a:solidFill>
                  <a:srgbClr val="7F7F7F"/>
                </a:solidFill>
                <a:latin typeface="Calibri"/>
                <a:ea typeface="Calibri"/>
                <a:cs typeface="Calibri"/>
                <a:sym typeface="Calibri"/>
              </a:endParaRPr>
            </a:p>
            <a:p>
              <a:pPr marL="0" marR="0" lvl="0" indent="0" algn="l" rtl="0">
                <a:spcBef>
                  <a:spcPts val="1440"/>
                </a:spcBef>
                <a:spcAft>
                  <a:spcPts val="0"/>
                </a:spcAft>
                <a:buNone/>
              </a:pPr>
              <a:endParaRPr sz="4320" b="0" i="0" u="none" strike="noStrike" cap="none">
                <a:solidFill>
                  <a:srgbClr val="7F7F7F"/>
                </a:solidFill>
                <a:latin typeface="Calibri"/>
                <a:ea typeface="Calibri"/>
                <a:cs typeface="Calibri"/>
                <a:sym typeface="Calibri"/>
              </a:endParaRPr>
            </a:p>
            <a:p>
              <a:pPr marL="0" marR="0" lvl="0" indent="0" algn="l" rtl="0">
                <a:spcBef>
                  <a:spcPts val="1440"/>
                </a:spcBef>
                <a:spcAft>
                  <a:spcPts val="0"/>
                </a:spcAft>
                <a:buNone/>
              </a:pPr>
              <a:endParaRPr sz="4320" b="0" i="0" u="none" strike="noStrike" cap="none">
                <a:solidFill>
                  <a:srgbClr val="7F7F7F"/>
                </a:solidFill>
                <a:latin typeface="Calibri"/>
                <a:ea typeface="Calibri"/>
                <a:cs typeface="Calibri"/>
                <a:sym typeface="Calibri"/>
              </a:endParaRPr>
            </a:p>
            <a:p>
              <a:pPr marL="0" marR="0" lvl="0" indent="0" algn="l" rtl="0">
                <a:spcBef>
                  <a:spcPts val="1440"/>
                </a:spcBef>
                <a:spcAft>
                  <a:spcPts val="0"/>
                </a:spcAft>
                <a:buNone/>
              </a:pPr>
              <a:endParaRPr sz="4320" b="0" i="0" u="none" strike="noStrike" cap="none">
                <a:solidFill>
                  <a:srgbClr val="7F7F7F"/>
                </a:solidFill>
                <a:latin typeface="Calibri"/>
                <a:ea typeface="Calibri"/>
                <a:cs typeface="Calibri"/>
                <a:sym typeface="Calibri"/>
              </a:endParaRPr>
            </a:p>
            <a:p>
              <a:pPr marL="0" marR="0" lvl="0" indent="0" algn="l" rtl="0">
                <a:spcBef>
                  <a:spcPts val="1440"/>
                </a:spcBef>
                <a:spcAft>
                  <a:spcPts val="0"/>
                </a:spcAft>
                <a:buNone/>
              </a:pPr>
              <a:endParaRPr sz="4320" b="0" i="0" u="none" strike="noStrike" cap="none">
                <a:solidFill>
                  <a:srgbClr val="7F7F7F"/>
                </a:solidFill>
                <a:latin typeface="Calibri"/>
                <a:ea typeface="Calibri"/>
                <a:cs typeface="Calibri"/>
                <a:sym typeface="Calibri"/>
              </a:endParaRPr>
            </a:p>
            <a:p>
              <a:pPr marL="0" marR="0" lvl="0" indent="0" algn="l" rtl="0">
                <a:spcBef>
                  <a:spcPts val="1440"/>
                </a:spcBef>
                <a:spcAft>
                  <a:spcPts val="0"/>
                </a:spcAft>
                <a:buNone/>
              </a:pPr>
              <a:endParaRPr sz="4320" b="0" i="0" u="none" strike="noStrike" cap="none">
                <a:solidFill>
                  <a:srgbClr val="7F7F7F"/>
                </a:solidFill>
                <a:latin typeface="Calibri"/>
                <a:ea typeface="Calibri"/>
                <a:cs typeface="Calibri"/>
                <a:sym typeface="Calibri"/>
              </a:endParaRPr>
            </a:p>
            <a:p>
              <a:pPr marL="0" marR="0" lvl="0" indent="0" algn="l" rtl="0">
                <a:spcBef>
                  <a:spcPts val="1440"/>
                </a:spcBef>
                <a:spcAft>
                  <a:spcPts val="0"/>
                </a:spcAft>
                <a:buNone/>
              </a:pPr>
              <a:endParaRPr sz="4320" b="0" i="0" u="none" strike="noStrike" cap="none">
                <a:solidFill>
                  <a:srgbClr val="7F7F7F"/>
                </a:solidFill>
                <a:latin typeface="Calibri"/>
                <a:ea typeface="Calibri"/>
                <a:cs typeface="Calibri"/>
                <a:sym typeface="Calibri"/>
              </a:endParaRPr>
            </a:p>
            <a:p>
              <a:pPr marL="0" marR="0" lvl="0" indent="0" algn="l" rtl="0">
                <a:spcBef>
                  <a:spcPts val="1440"/>
                </a:spcBef>
                <a:spcAft>
                  <a:spcPts val="0"/>
                </a:spcAft>
                <a:buNone/>
              </a:pPr>
              <a:r>
                <a:rPr lang="en" sz="4320" b="0" i="0" u="none" strike="noStrike" cap="none">
                  <a:solidFill>
                    <a:srgbClr val="7F7F7F"/>
                  </a:solidFill>
                  <a:latin typeface="Calibri"/>
                  <a:ea typeface="Calibri"/>
                  <a:cs typeface="Calibri"/>
                  <a:sym typeface="Calibri"/>
                </a:rPr>
                <a:t>The default color theme for this template is “Office”, so you can always return to that after trying some of the alternatives.</a:t>
              </a:r>
              <a:endParaRPr sz="1440"/>
            </a:p>
            <a:p>
              <a:pPr marL="0" marR="0" lvl="0" indent="0" algn="l" rtl="0">
                <a:spcBef>
                  <a:spcPts val="1440"/>
                </a:spcBef>
                <a:spcAft>
                  <a:spcPts val="0"/>
                </a:spcAft>
                <a:buNone/>
              </a:pPr>
              <a:r>
                <a:rPr lang="en" sz="6720" b="0" i="0" u="none" strike="noStrike" cap="none">
                  <a:solidFill>
                    <a:srgbClr val="7F7F7F"/>
                  </a:solidFill>
                  <a:latin typeface="Calibri"/>
                  <a:ea typeface="Calibri"/>
                  <a:cs typeface="Calibri"/>
                  <a:sym typeface="Calibri"/>
                </a:rPr>
                <a:t>Printing Your Poster:</a:t>
              </a:r>
              <a:endParaRPr sz="1440"/>
            </a:p>
            <a:p>
              <a:pPr marL="0" marR="0" lvl="0" indent="0" algn="l" rtl="0">
                <a:spcBef>
                  <a:spcPts val="1440"/>
                </a:spcBef>
                <a:spcAft>
                  <a:spcPts val="0"/>
                </a:spcAft>
                <a:buNone/>
              </a:pPr>
              <a:r>
                <a:rPr lang="en" sz="4320" b="0" i="0" u="none" strike="noStrike" cap="none">
                  <a:solidFill>
                    <a:srgbClr val="7F7F7F"/>
                  </a:solidFill>
                  <a:latin typeface="Calibri"/>
                  <a:ea typeface="Calibri"/>
                  <a:cs typeface="Calibri"/>
                  <a:sym typeface="Calibri"/>
                </a:rPr>
                <a:t>Once your poster file is ready, visit </a:t>
              </a:r>
              <a:r>
                <a:rPr lang="en" sz="4320" b="1" i="0" u="none" strike="noStrike" cap="none">
                  <a:solidFill>
                    <a:srgbClr val="7F7F7F"/>
                  </a:solidFill>
                  <a:latin typeface="Calibri"/>
                  <a:ea typeface="Calibri"/>
                  <a:cs typeface="Calibri"/>
                  <a:sym typeface="Calibri"/>
                </a:rPr>
                <a:t>www.genigraphics.com</a:t>
              </a:r>
              <a:r>
                <a:rPr lang="en" sz="4320" b="0" i="0" u="none" strike="noStrike" cap="none">
                  <a:solidFill>
                    <a:srgbClr val="7F7F7F"/>
                  </a:solidFill>
                  <a:latin typeface="Calibri"/>
                  <a:ea typeface="Calibri"/>
                  <a:cs typeface="Calibri"/>
                  <a:sym typeface="Calibri"/>
                </a:rPr>
                <a:t> to order a high-quality, affordable poster print. Every order receives a free design review and we can deliver as fast as next business day within the US and Canada. </a:t>
              </a:r>
              <a:endParaRPr sz="1440"/>
            </a:p>
            <a:p>
              <a:pPr marL="0" marR="0" lvl="0" indent="0" algn="l" rtl="0">
                <a:spcBef>
                  <a:spcPts val="1440"/>
                </a:spcBef>
                <a:spcAft>
                  <a:spcPts val="0"/>
                </a:spcAft>
                <a:buNone/>
              </a:pPr>
              <a:r>
                <a:rPr lang="en" sz="4320" b="0" i="0" u="none" strike="noStrike" cap="none">
                  <a:solidFill>
                    <a:srgbClr val="7F7F7F"/>
                  </a:solidFill>
                  <a:latin typeface="Calibri"/>
                  <a:ea typeface="Calibri"/>
                  <a:cs typeface="Calibri"/>
                  <a:sym typeface="Calibri"/>
                </a:rPr>
                <a:t>Genigraphics® has been producing output from PowerPoint® longer than anyone in the industry; dating back to when we helped Microsoft® design the PowerPoint® software. </a:t>
              </a:r>
              <a:endParaRPr sz="1440"/>
            </a:p>
            <a:p>
              <a:pPr marL="0" marR="0" lvl="0" indent="0" algn="l" rtl="0">
                <a:spcBef>
                  <a:spcPts val="1440"/>
                </a:spcBef>
                <a:spcAft>
                  <a:spcPts val="0"/>
                </a:spcAft>
                <a:buNone/>
              </a:pPr>
              <a:endParaRPr sz="4320" b="0" i="0" u="none" strike="noStrike" cap="none">
                <a:solidFill>
                  <a:srgbClr val="7F7F7F"/>
                </a:solidFill>
                <a:latin typeface="Calibri"/>
                <a:ea typeface="Calibri"/>
                <a:cs typeface="Calibri"/>
                <a:sym typeface="Calibri"/>
              </a:endParaRPr>
            </a:p>
            <a:p>
              <a:pPr marL="0" marR="0" lvl="0" indent="0" algn="ctr" rtl="0">
                <a:spcBef>
                  <a:spcPts val="0"/>
                </a:spcBef>
                <a:spcAft>
                  <a:spcPts val="0"/>
                </a:spcAft>
                <a:buNone/>
              </a:pPr>
              <a:r>
                <a:rPr lang="en" sz="4320" b="0" i="0" u="none" strike="noStrike" cap="none">
                  <a:solidFill>
                    <a:srgbClr val="7F7F7F"/>
                  </a:solidFill>
                  <a:latin typeface="Calibri"/>
                  <a:ea typeface="Calibri"/>
                  <a:cs typeface="Calibri"/>
                  <a:sym typeface="Calibri"/>
                </a:rPr>
                <a:t>US and Canada:  1-800-790-4001</a:t>
              </a:r>
              <a:br>
                <a:rPr lang="en" sz="4320" b="0" i="0" u="none" strike="noStrike" cap="none">
                  <a:solidFill>
                    <a:srgbClr val="7F7F7F"/>
                  </a:solidFill>
                  <a:latin typeface="Calibri"/>
                  <a:ea typeface="Calibri"/>
                  <a:cs typeface="Calibri"/>
                  <a:sym typeface="Calibri"/>
                </a:rPr>
              </a:br>
              <a:r>
                <a:rPr lang="en" sz="4320" b="0" i="0" u="none" strike="noStrike" cap="none">
                  <a:solidFill>
                    <a:srgbClr val="7F7F7F"/>
                  </a:solidFill>
                  <a:latin typeface="Calibri"/>
                  <a:ea typeface="Calibri"/>
                  <a:cs typeface="Calibri"/>
                  <a:sym typeface="Calibri"/>
                </a:rPr>
                <a:t>Email: info@genigraphics.com</a:t>
              </a:r>
              <a:endParaRPr sz="1440"/>
            </a:p>
            <a:p>
              <a:pPr marL="0" marR="0" lvl="0" indent="0" algn="ctr" rtl="0">
                <a:spcBef>
                  <a:spcPts val="0"/>
                </a:spcBef>
                <a:spcAft>
                  <a:spcPts val="0"/>
                </a:spcAft>
                <a:buNone/>
              </a:pPr>
              <a:br>
                <a:rPr lang="en" sz="3360" b="0" i="0" u="none" strike="noStrike" cap="none">
                  <a:solidFill>
                    <a:srgbClr val="7F7F7F"/>
                  </a:solidFill>
                  <a:latin typeface="Calibri"/>
                  <a:ea typeface="Calibri"/>
                  <a:cs typeface="Calibri"/>
                  <a:sym typeface="Calibri"/>
                </a:rPr>
              </a:br>
              <a:r>
                <a:rPr lang="en" sz="3360" b="0" i="0" u="none" strike="noStrike" cap="none">
                  <a:solidFill>
                    <a:srgbClr val="7F7F7F"/>
                  </a:solidFill>
                  <a:latin typeface="Calibri"/>
                  <a:ea typeface="Calibri"/>
                  <a:cs typeface="Calibri"/>
                  <a:sym typeface="Calibri"/>
                </a:rPr>
                <a:t>[This sidebar area does not print.]</a:t>
              </a:r>
              <a:endParaRPr sz="1440"/>
            </a:p>
          </p:txBody>
        </p:sp>
        <p:pic>
          <p:nvPicPr>
            <p:cNvPr id="57" name="Google Shape;57;p14"/>
            <p:cNvPicPr preferRelativeResize="0"/>
            <p:nvPr/>
          </p:nvPicPr>
          <p:blipFill rotWithShape="1">
            <a:blip r:embed="rId2">
              <a:alphaModFix/>
            </a:blip>
            <a:srcRect/>
            <a:stretch/>
          </p:blipFill>
          <p:spPr>
            <a:xfrm>
              <a:off x="34281342" y="9260274"/>
              <a:ext cx="11904515" cy="10246926"/>
            </a:xfrm>
            <a:prstGeom prst="rect">
              <a:avLst/>
            </a:prstGeom>
            <a:noFill/>
            <a:ln>
              <a:noFill/>
            </a:ln>
          </p:spPr>
        </p:pic>
      </p:grpSp>
      <p:cxnSp>
        <p:nvCxnSpPr>
          <p:cNvPr id="58" name="Google Shape;58;p14"/>
          <p:cNvCxnSpPr/>
          <p:nvPr/>
        </p:nvCxnSpPr>
        <p:spPr>
          <a:xfrm>
            <a:off x="14582275" y="5582653"/>
            <a:ext cx="0" cy="23533766"/>
          </a:xfrm>
          <a:prstGeom prst="straightConnector1">
            <a:avLst/>
          </a:prstGeom>
          <a:noFill/>
          <a:ln w="12700" cap="flat" cmpd="sng">
            <a:solidFill>
              <a:schemeClr val="dk1"/>
            </a:solidFill>
            <a:prstDash val="solid"/>
            <a:miter lim="800000"/>
            <a:headEnd type="none" w="sm" len="sm"/>
            <a:tailEnd type="none" w="sm" len="sm"/>
          </a:ln>
        </p:spPr>
      </p:cxnSp>
      <p:grpSp>
        <p:nvGrpSpPr>
          <p:cNvPr id="59" name="Google Shape;59;p14"/>
          <p:cNvGrpSpPr/>
          <p:nvPr/>
        </p:nvGrpSpPr>
        <p:grpSpPr>
          <a:xfrm>
            <a:off x="1304839" y="5601583"/>
            <a:ext cx="12244440" cy="538219"/>
            <a:chOff x="1304835" y="6127062"/>
            <a:chExt cx="12244439" cy="538219"/>
          </a:xfrm>
        </p:grpSpPr>
        <p:sp>
          <p:nvSpPr>
            <p:cNvPr id="60" name="Google Shape;60;p14"/>
            <p:cNvSpPr/>
            <p:nvPr/>
          </p:nvSpPr>
          <p:spPr>
            <a:xfrm>
              <a:off x="1304835" y="6243903"/>
              <a:ext cx="411480" cy="411480"/>
            </a:xfrm>
            <a:prstGeom prst="rect">
              <a:avLst/>
            </a:prstGeom>
            <a:solidFill>
              <a:schemeClr val="accent1"/>
            </a:solidFill>
            <a:ln>
              <a:noFill/>
            </a:ln>
          </p:spPr>
          <p:txBody>
            <a:bodyPr spcFirstLastPara="1" wrap="square" lIns="20950" tIns="10475" rIns="20950" bIns="10475" anchor="ctr" anchorCtr="0">
              <a:noAutofit/>
            </a:bodyPr>
            <a:lstStyle/>
            <a:p>
              <a:pPr marL="0" marR="0" lvl="0" indent="0" algn="ctr" rtl="0">
                <a:spcBef>
                  <a:spcPts val="0"/>
                </a:spcBef>
                <a:spcAft>
                  <a:spcPts val="0"/>
                </a:spcAft>
                <a:buNone/>
              </a:pPr>
              <a:endParaRPr sz="1440" b="0" i="0" u="none" strike="noStrike" cap="none">
                <a:solidFill>
                  <a:schemeClr val="lt1"/>
                </a:solidFill>
                <a:latin typeface="Verdana"/>
                <a:ea typeface="Verdana"/>
                <a:cs typeface="Verdana"/>
                <a:sym typeface="Verdana"/>
              </a:endParaRPr>
            </a:p>
          </p:txBody>
        </p:sp>
        <p:sp>
          <p:nvSpPr>
            <p:cNvPr id="61" name="Google Shape;61;p14"/>
            <p:cNvSpPr txBox="1"/>
            <p:nvPr/>
          </p:nvSpPr>
          <p:spPr>
            <a:xfrm>
              <a:off x="2268089" y="6127062"/>
              <a:ext cx="11281185" cy="538219"/>
            </a:xfrm>
            <a:prstGeom prst="rect">
              <a:avLst/>
            </a:prstGeom>
            <a:noFill/>
            <a:ln>
              <a:noFill/>
            </a:ln>
          </p:spPr>
          <p:txBody>
            <a:bodyPr spcFirstLastPara="1" wrap="square" lIns="20950" tIns="10475" rIns="20950" bIns="10475" anchor="t" anchorCtr="0">
              <a:spAutoFit/>
            </a:bodyPr>
            <a:lstStyle/>
            <a:p>
              <a:pPr marL="0" marR="0" lvl="0" indent="0" algn="l" rtl="0">
                <a:spcBef>
                  <a:spcPts val="0"/>
                </a:spcBef>
                <a:spcAft>
                  <a:spcPts val="0"/>
                </a:spcAft>
                <a:buNone/>
              </a:pPr>
              <a:r>
                <a:rPr lang="en" sz="3360" b="1" i="0" u="none" strike="noStrike" cap="none">
                  <a:solidFill>
                    <a:schemeClr val="dk1"/>
                  </a:solidFill>
                  <a:latin typeface="Verdana"/>
                  <a:ea typeface="Verdana"/>
                  <a:cs typeface="Verdana"/>
                  <a:sym typeface="Verdana"/>
                </a:rPr>
                <a:t>ABSTRACT</a:t>
              </a:r>
              <a:endParaRPr sz="1440"/>
            </a:p>
          </p:txBody>
        </p:sp>
      </p:grpSp>
      <p:grpSp>
        <p:nvGrpSpPr>
          <p:cNvPr id="62" name="Google Shape;62;p14"/>
          <p:cNvGrpSpPr/>
          <p:nvPr/>
        </p:nvGrpSpPr>
        <p:grpSpPr>
          <a:xfrm>
            <a:off x="15576009" y="5601586"/>
            <a:ext cx="12603658" cy="538219"/>
            <a:chOff x="16065864" y="6127062"/>
            <a:chExt cx="12244439" cy="538219"/>
          </a:xfrm>
        </p:grpSpPr>
        <p:sp>
          <p:nvSpPr>
            <p:cNvPr id="63" name="Google Shape;63;p14"/>
            <p:cNvSpPr/>
            <p:nvPr/>
          </p:nvSpPr>
          <p:spPr>
            <a:xfrm>
              <a:off x="16065864" y="6243903"/>
              <a:ext cx="411480" cy="411480"/>
            </a:xfrm>
            <a:prstGeom prst="rect">
              <a:avLst/>
            </a:prstGeom>
            <a:solidFill>
              <a:schemeClr val="accent3"/>
            </a:solidFill>
            <a:ln>
              <a:noFill/>
            </a:ln>
          </p:spPr>
          <p:txBody>
            <a:bodyPr spcFirstLastPara="1" wrap="square" lIns="20950" tIns="10475" rIns="20950" bIns="10475" anchor="ctr" anchorCtr="0">
              <a:noAutofit/>
            </a:bodyPr>
            <a:lstStyle/>
            <a:p>
              <a:pPr marL="0" marR="0" lvl="0" indent="0" algn="ctr" rtl="0">
                <a:spcBef>
                  <a:spcPts val="0"/>
                </a:spcBef>
                <a:spcAft>
                  <a:spcPts val="0"/>
                </a:spcAft>
                <a:buNone/>
              </a:pPr>
              <a:endParaRPr sz="1440">
                <a:solidFill>
                  <a:schemeClr val="lt1"/>
                </a:solidFill>
                <a:latin typeface="Verdana"/>
                <a:ea typeface="Verdana"/>
                <a:cs typeface="Verdana"/>
                <a:sym typeface="Verdana"/>
              </a:endParaRPr>
            </a:p>
          </p:txBody>
        </p:sp>
        <p:sp>
          <p:nvSpPr>
            <p:cNvPr id="64" name="Google Shape;64;p14"/>
            <p:cNvSpPr txBox="1"/>
            <p:nvPr/>
          </p:nvSpPr>
          <p:spPr>
            <a:xfrm>
              <a:off x="17029117" y="6127062"/>
              <a:ext cx="11281186" cy="538219"/>
            </a:xfrm>
            <a:prstGeom prst="rect">
              <a:avLst/>
            </a:prstGeom>
            <a:noFill/>
            <a:ln>
              <a:noFill/>
            </a:ln>
          </p:spPr>
          <p:txBody>
            <a:bodyPr spcFirstLastPara="1" wrap="square" lIns="20950" tIns="10475" rIns="20950" bIns="10475" anchor="t" anchorCtr="0">
              <a:spAutoFit/>
            </a:bodyPr>
            <a:lstStyle/>
            <a:p>
              <a:pPr marL="0" marR="0" lvl="0" indent="0" algn="l" rtl="0">
                <a:spcBef>
                  <a:spcPts val="0"/>
                </a:spcBef>
                <a:spcAft>
                  <a:spcPts val="0"/>
                </a:spcAft>
                <a:buNone/>
              </a:pPr>
              <a:r>
                <a:rPr lang="en" sz="3360" b="1" cap="none">
                  <a:solidFill>
                    <a:schemeClr val="dk1"/>
                  </a:solidFill>
                  <a:latin typeface="Verdana"/>
                  <a:ea typeface="Verdana"/>
                  <a:cs typeface="Verdana"/>
                  <a:sym typeface="Verdana"/>
                </a:rPr>
                <a:t>METHODS AND MATERIALS</a:t>
              </a:r>
              <a:endParaRPr sz="1440"/>
            </a:p>
          </p:txBody>
        </p:sp>
      </p:grpSp>
      <p:cxnSp>
        <p:nvCxnSpPr>
          <p:cNvPr id="65" name="Google Shape;65;p14"/>
          <p:cNvCxnSpPr/>
          <p:nvPr/>
        </p:nvCxnSpPr>
        <p:spPr>
          <a:xfrm>
            <a:off x="29212675" y="5582653"/>
            <a:ext cx="0" cy="23533766"/>
          </a:xfrm>
          <a:prstGeom prst="straightConnector1">
            <a:avLst/>
          </a:prstGeom>
          <a:noFill/>
          <a:ln w="12700" cap="flat" cmpd="sng">
            <a:solidFill>
              <a:schemeClr val="dk1"/>
            </a:solidFill>
            <a:prstDash val="solid"/>
            <a:miter lim="800000"/>
            <a:headEnd type="none" w="sm" len="sm"/>
            <a:tailEnd type="none" w="sm" len="sm"/>
          </a:ln>
        </p:spPr>
      </p:cxnSp>
      <p:grpSp>
        <p:nvGrpSpPr>
          <p:cNvPr id="66" name="Google Shape;66;p14"/>
          <p:cNvGrpSpPr/>
          <p:nvPr/>
        </p:nvGrpSpPr>
        <p:grpSpPr>
          <a:xfrm>
            <a:off x="1304839" y="15006843"/>
            <a:ext cx="12244440" cy="538219"/>
            <a:chOff x="1304835" y="6127062"/>
            <a:chExt cx="12244439" cy="538219"/>
          </a:xfrm>
        </p:grpSpPr>
        <p:sp>
          <p:nvSpPr>
            <p:cNvPr id="67" name="Google Shape;67;p14"/>
            <p:cNvSpPr/>
            <p:nvPr/>
          </p:nvSpPr>
          <p:spPr>
            <a:xfrm>
              <a:off x="1304835" y="6243903"/>
              <a:ext cx="411480" cy="411480"/>
            </a:xfrm>
            <a:prstGeom prst="rect">
              <a:avLst/>
            </a:prstGeom>
            <a:solidFill>
              <a:schemeClr val="accent5"/>
            </a:solidFill>
            <a:ln>
              <a:noFill/>
            </a:ln>
          </p:spPr>
          <p:txBody>
            <a:bodyPr spcFirstLastPara="1" wrap="square" lIns="20950" tIns="10475" rIns="20950" bIns="10475" anchor="ctr" anchorCtr="0">
              <a:noAutofit/>
            </a:bodyPr>
            <a:lstStyle/>
            <a:p>
              <a:pPr marL="0" marR="0" lvl="0" indent="0" algn="ctr" rtl="0">
                <a:spcBef>
                  <a:spcPts val="0"/>
                </a:spcBef>
                <a:spcAft>
                  <a:spcPts val="0"/>
                </a:spcAft>
                <a:buNone/>
              </a:pPr>
              <a:endParaRPr sz="1440">
                <a:solidFill>
                  <a:schemeClr val="lt1"/>
                </a:solidFill>
                <a:latin typeface="Verdana"/>
                <a:ea typeface="Verdana"/>
                <a:cs typeface="Verdana"/>
                <a:sym typeface="Verdana"/>
              </a:endParaRPr>
            </a:p>
          </p:txBody>
        </p:sp>
        <p:sp>
          <p:nvSpPr>
            <p:cNvPr id="68" name="Google Shape;68;p14"/>
            <p:cNvSpPr txBox="1"/>
            <p:nvPr/>
          </p:nvSpPr>
          <p:spPr>
            <a:xfrm>
              <a:off x="2268089" y="6127062"/>
              <a:ext cx="11281185" cy="538219"/>
            </a:xfrm>
            <a:prstGeom prst="rect">
              <a:avLst/>
            </a:prstGeom>
            <a:noFill/>
            <a:ln>
              <a:noFill/>
            </a:ln>
          </p:spPr>
          <p:txBody>
            <a:bodyPr spcFirstLastPara="1" wrap="square" lIns="20950" tIns="10475" rIns="20950" bIns="10475" anchor="t" anchorCtr="0">
              <a:spAutoFit/>
            </a:bodyPr>
            <a:lstStyle/>
            <a:p>
              <a:pPr marL="0" marR="0" lvl="0" indent="0" algn="l" rtl="0">
                <a:spcBef>
                  <a:spcPts val="0"/>
                </a:spcBef>
                <a:spcAft>
                  <a:spcPts val="0"/>
                </a:spcAft>
                <a:buNone/>
              </a:pPr>
              <a:r>
                <a:rPr lang="en" sz="3360" b="1" cap="none">
                  <a:solidFill>
                    <a:schemeClr val="dk1"/>
                  </a:solidFill>
                  <a:latin typeface="Verdana"/>
                  <a:ea typeface="Verdana"/>
                  <a:cs typeface="Verdana"/>
                  <a:sym typeface="Verdana"/>
                </a:rPr>
                <a:t>INTRODUCTION</a:t>
              </a:r>
              <a:endParaRPr sz="1440"/>
            </a:p>
          </p:txBody>
        </p:sp>
      </p:grpSp>
      <p:sp>
        <p:nvSpPr>
          <p:cNvPr id="69" name="Google Shape;69;p14"/>
          <p:cNvSpPr>
            <a:spLocks noGrp="1"/>
          </p:cNvSpPr>
          <p:nvPr>
            <p:ph type="pic" idx="2"/>
          </p:nvPr>
        </p:nvSpPr>
        <p:spPr>
          <a:xfrm>
            <a:off x="2340163" y="24412105"/>
            <a:ext cx="5192486" cy="4734394"/>
          </a:xfrm>
          <a:prstGeom prst="rect">
            <a:avLst/>
          </a:prstGeom>
          <a:noFill/>
          <a:ln>
            <a:noFill/>
          </a:ln>
        </p:spPr>
        <p:txBody>
          <a:bodyPr/>
          <a:lstStyle/>
          <a:p>
            <a:endParaRPr lang="en-US"/>
          </a:p>
        </p:txBody>
      </p:sp>
      <p:sp>
        <p:nvSpPr>
          <p:cNvPr id="70" name="Google Shape;70;p14"/>
          <p:cNvSpPr>
            <a:spLocks noGrp="1"/>
          </p:cNvSpPr>
          <p:nvPr>
            <p:ph type="pic" idx="3"/>
          </p:nvPr>
        </p:nvSpPr>
        <p:spPr>
          <a:xfrm>
            <a:off x="8456583" y="24412105"/>
            <a:ext cx="5192486" cy="4734394"/>
          </a:xfrm>
          <a:prstGeom prst="rect">
            <a:avLst/>
          </a:prstGeom>
          <a:noFill/>
          <a:ln>
            <a:noFill/>
          </a:ln>
        </p:spPr>
        <p:txBody>
          <a:bodyPr/>
          <a:lstStyle/>
          <a:p>
            <a:endParaRPr lang="en-US"/>
          </a:p>
        </p:txBody>
      </p:sp>
      <p:sp>
        <p:nvSpPr>
          <p:cNvPr id="71" name="Google Shape;71;p14"/>
          <p:cNvSpPr txBox="1">
            <a:spLocks noGrp="1"/>
          </p:cNvSpPr>
          <p:nvPr>
            <p:ph type="body" idx="1"/>
          </p:nvPr>
        </p:nvSpPr>
        <p:spPr>
          <a:xfrm>
            <a:off x="2300741" y="6543933"/>
            <a:ext cx="11241677" cy="7748589"/>
          </a:xfrm>
          <a:prstGeom prst="rect">
            <a:avLst/>
          </a:prstGeom>
          <a:noFill/>
          <a:ln>
            <a:noFill/>
          </a:ln>
        </p:spPr>
        <p:txBody>
          <a:bodyPr spcFirstLastPara="1" wrap="square" lIns="20950" tIns="10475" rIns="20950" bIns="10475" anchor="t" anchorCtr="0">
            <a:noAutofit/>
          </a:bodyPr>
          <a:lstStyle>
            <a:lvl1pPr marL="2194560" marR="0" lvl="0" indent="-1097280" algn="l" rtl="0">
              <a:lnSpc>
                <a:spcPct val="90000"/>
              </a:lnSpc>
              <a:spcBef>
                <a:spcPts val="288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1pPr>
            <a:lvl2pPr marL="4389120" marR="0" lvl="1" indent="-1097280" algn="l" rtl="0">
              <a:lnSpc>
                <a:spcPct val="90000"/>
              </a:lnSpc>
              <a:spcBef>
                <a:spcPts val="240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2pPr>
            <a:lvl3pPr marL="6583680" marR="0" lvl="2" indent="-1097280" algn="l" rtl="0">
              <a:lnSpc>
                <a:spcPct val="90000"/>
              </a:lnSpc>
              <a:spcBef>
                <a:spcPts val="240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3pPr>
            <a:lvl4pPr marL="8778240" marR="0" lvl="3" indent="-1097280" algn="l" rtl="0">
              <a:lnSpc>
                <a:spcPct val="90000"/>
              </a:lnSpc>
              <a:spcBef>
                <a:spcPts val="240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4pPr>
            <a:lvl5pPr marL="10972800" marR="0" lvl="4" indent="-1097280" algn="l" rtl="0">
              <a:lnSpc>
                <a:spcPct val="90000"/>
              </a:lnSpc>
              <a:spcBef>
                <a:spcPts val="240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5pPr>
            <a:lvl6pPr marL="13167360" marR="0" lvl="5"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6pPr>
            <a:lvl7pPr marL="15361920" marR="0" lvl="6"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7pPr>
            <a:lvl8pPr marL="17556480" marR="0" lvl="7"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8pPr>
            <a:lvl9pPr marL="19751040" marR="0" lvl="8"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9pPr>
          </a:lstStyle>
          <a:p>
            <a:endParaRPr/>
          </a:p>
        </p:txBody>
      </p:sp>
      <p:sp>
        <p:nvSpPr>
          <p:cNvPr id="72" name="Google Shape;72;p14"/>
          <p:cNvSpPr txBox="1">
            <a:spLocks noGrp="1"/>
          </p:cNvSpPr>
          <p:nvPr>
            <p:ph type="body" idx="4"/>
          </p:nvPr>
        </p:nvSpPr>
        <p:spPr>
          <a:xfrm>
            <a:off x="2316667" y="15967078"/>
            <a:ext cx="11280778" cy="7850189"/>
          </a:xfrm>
          <a:prstGeom prst="rect">
            <a:avLst/>
          </a:prstGeom>
          <a:noFill/>
          <a:ln>
            <a:noFill/>
          </a:ln>
        </p:spPr>
        <p:txBody>
          <a:bodyPr spcFirstLastPara="1" wrap="square" lIns="20950" tIns="10475" rIns="20950" bIns="10475" anchor="t" anchorCtr="0">
            <a:noAutofit/>
          </a:bodyPr>
          <a:lstStyle>
            <a:lvl1pPr marL="2194560" marR="0" lvl="0" indent="-1097280" algn="l" rtl="0">
              <a:lnSpc>
                <a:spcPct val="90000"/>
              </a:lnSpc>
              <a:spcBef>
                <a:spcPts val="288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1pPr>
            <a:lvl2pPr marL="4389120" marR="0" lvl="1" indent="-1097280" algn="l" rtl="0">
              <a:lnSpc>
                <a:spcPct val="90000"/>
              </a:lnSpc>
              <a:spcBef>
                <a:spcPts val="240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2pPr>
            <a:lvl3pPr marL="6583680" marR="0" lvl="2" indent="-1097280" algn="l" rtl="0">
              <a:lnSpc>
                <a:spcPct val="90000"/>
              </a:lnSpc>
              <a:spcBef>
                <a:spcPts val="240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3pPr>
            <a:lvl4pPr marL="8778240" marR="0" lvl="3" indent="-1097280" algn="l" rtl="0">
              <a:lnSpc>
                <a:spcPct val="90000"/>
              </a:lnSpc>
              <a:spcBef>
                <a:spcPts val="240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4pPr>
            <a:lvl5pPr marL="10972800" marR="0" lvl="4" indent="-1097280" algn="l" rtl="0">
              <a:lnSpc>
                <a:spcPct val="90000"/>
              </a:lnSpc>
              <a:spcBef>
                <a:spcPts val="240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5pPr>
            <a:lvl6pPr marL="13167360" marR="0" lvl="5"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6pPr>
            <a:lvl7pPr marL="15361920" marR="0" lvl="6"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7pPr>
            <a:lvl8pPr marL="17556480" marR="0" lvl="7"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8pPr>
            <a:lvl9pPr marL="19751040" marR="0" lvl="8"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9pPr>
          </a:lstStyle>
          <a:p>
            <a:endParaRPr/>
          </a:p>
        </p:txBody>
      </p:sp>
      <p:grpSp>
        <p:nvGrpSpPr>
          <p:cNvPr id="73" name="Google Shape;73;p14"/>
          <p:cNvGrpSpPr/>
          <p:nvPr/>
        </p:nvGrpSpPr>
        <p:grpSpPr>
          <a:xfrm>
            <a:off x="15576009" y="16309695"/>
            <a:ext cx="12603658" cy="538219"/>
            <a:chOff x="16065864" y="6127062"/>
            <a:chExt cx="12244439" cy="538219"/>
          </a:xfrm>
        </p:grpSpPr>
        <p:sp>
          <p:nvSpPr>
            <p:cNvPr id="74" name="Google Shape;74;p14"/>
            <p:cNvSpPr/>
            <p:nvPr/>
          </p:nvSpPr>
          <p:spPr>
            <a:xfrm>
              <a:off x="16065864" y="6243903"/>
              <a:ext cx="411480" cy="411480"/>
            </a:xfrm>
            <a:prstGeom prst="rect">
              <a:avLst/>
            </a:prstGeom>
            <a:solidFill>
              <a:srgbClr val="EF3A47"/>
            </a:solidFill>
            <a:ln>
              <a:noFill/>
            </a:ln>
          </p:spPr>
          <p:txBody>
            <a:bodyPr spcFirstLastPara="1" wrap="square" lIns="20950" tIns="10475" rIns="20950" bIns="10475" anchor="ctr" anchorCtr="0">
              <a:noAutofit/>
            </a:bodyPr>
            <a:lstStyle/>
            <a:p>
              <a:pPr marL="0" marR="0" lvl="0" indent="0" algn="ctr" rtl="0">
                <a:spcBef>
                  <a:spcPts val="0"/>
                </a:spcBef>
                <a:spcAft>
                  <a:spcPts val="0"/>
                </a:spcAft>
                <a:buNone/>
              </a:pPr>
              <a:endParaRPr sz="1440">
                <a:solidFill>
                  <a:schemeClr val="lt1"/>
                </a:solidFill>
                <a:latin typeface="Verdana"/>
                <a:ea typeface="Verdana"/>
                <a:cs typeface="Verdana"/>
                <a:sym typeface="Verdana"/>
              </a:endParaRPr>
            </a:p>
          </p:txBody>
        </p:sp>
        <p:sp>
          <p:nvSpPr>
            <p:cNvPr id="75" name="Google Shape;75;p14"/>
            <p:cNvSpPr txBox="1"/>
            <p:nvPr/>
          </p:nvSpPr>
          <p:spPr>
            <a:xfrm>
              <a:off x="17029117" y="6127062"/>
              <a:ext cx="11281186" cy="538219"/>
            </a:xfrm>
            <a:prstGeom prst="rect">
              <a:avLst/>
            </a:prstGeom>
            <a:noFill/>
            <a:ln>
              <a:noFill/>
            </a:ln>
          </p:spPr>
          <p:txBody>
            <a:bodyPr spcFirstLastPara="1" wrap="square" lIns="20950" tIns="10475" rIns="20950" bIns="10475" anchor="t" anchorCtr="0">
              <a:spAutoFit/>
            </a:bodyPr>
            <a:lstStyle/>
            <a:p>
              <a:pPr marL="0" marR="0" lvl="0" indent="0" algn="l" rtl="0">
                <a:spcBef>
                  <a:spcPts val="0"/>
                </a:spcBef>
                <a:spcAft>
                  <a:spcPts val="0"/>
                </a:spcAft>
                <a:buNone/>
              </a:pPr>
              <a:r>
                <a:rPr lang="en" sz="3360" b="1" cap="none">
                  <a:solidFill>
                    <a:schemeClr val="dk1"/>
                  </a:solidFill>
                  <a:latin typeface="Verdana"/>
                  <a:ea typeface="Verdana"/>
                  <a:cs typeface="Verdana"/>
                  <a:sym typeface="Verdana"/>
                </a:rPr>
                <a:t>RESULTS</a:t>
              </a:r>
              <a:endParaRPr sz="1440"/>
            </a:p>
          </p:txBody>
        </p:sp>
      </p:grpSp>
      <p:sp>
        <p:nvSpPr>
          <p:cNvPr id="76" name="Google Shape;76;p14"/>
          <p:cNvSpPr txBox="1">
            <a:spLocks noGrp="1"/>
          </p:cNvSpPr>
          <p:nvPr>
            <p:ph type="body" idx="5"/>
          </p:nvPr>
        </p:nvSpPr>
        <p:spPr>
          <a:xfrm>
            <a:off x="16622153" y="23272752"/>
            <a:ext cx="11523115" cy="5843590"/>
          </a:xfrm>
          <a:prstGeom prst="rect">
            <a:avLst/>
          </a:prstGeom>
          <a:noFill/>
          <a:ln>
            <a:noFill/>
          </a:ln>
        </p:spPr>
        <p:txBody>
          <a:bodyPr spcFirstLastPara="1" wrap="square" lIns="20950" tIns="10475" rIns="20950" bIns="10475" anchor="t" anchorCtr="0">
            <a:noAutofit/>
          </a:bodyPr>
          <a:lstStyle>
            <a:lvl1pPr marL="2194560" marR="0" lvl="0" indent="-1097280" algn="l" rtl="0">
              <a:lnSpc>
                <a:spcPct val="90000"/>
              </a:lnSpc>
              <a:spcBef>
                <a:spcPts val="288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1pPr>
            <a:lvl2pPr marL="4389120" marR="0" lvl="1" indent="-1767840" algn="l" rtl="0">
              <a:lnSpc>
                <a:spcPct val="90000"/>
              </a:lnSpc>
              <a:spcBef>
                <a:spcPts val="2400"/>
              </a:spcBef>
              <a:spcAft>
                <a:spcPts val="0"/>
              </a:spcAft>
              <a:buClr>
                <a:schemeClr val="dk1"/>
              </a:buClr>
              <a:buSzPts val="2200"/>
              <a:buFont typeface="Arial"/>
              <a:buChar char="•"/>
              <a:defRPr sz="10560" b="0" i="0" u="none" strike="noStrike" cap="none">
                <a:solidFill>
                  <a:schemeClr val="dk1"/>
                </a:solidFill>
                <a:latin typeface="Verdana"/>
                <a:ea typeface="Verdana"/>
                <a:cs typeface="Verdana"/>
                <a:sym typeface="Verdana"/>
              </a:defRPr>
            </a:lvl2pPr>
            <a:lvl3pPr marL="6583680" marR="0" lvl="2" indent="-1645920" algn="l" rtl="0">
              <a:lnSpc>
                <a:spcPct val="90000"/>
              </a:lnSpc>
              <a:spcBef>
                <a:spcPts val="2400"/>
              </a:spcBef>
              <a:spcAft>
                <a:spcPts val="0"/>
              </a:spcAft>
              <a:buClr>
                <a:schemeClr val="dk1"/>
              </a:buClr>
              <a:buSzPts val="1800"/>
              <a:buFont typeface="Arial"/>
              <a:buChar char="•"/>
              <a:defRPr sz="8640" b="0" i="0" u="none" strike="noStrike" cap="none">
                <a:solidFill>
                  <a:schemeClr val="dk1"/>
                </a:solidFill>
                <a:latin typeface="Verdana"/>
                <a:ea typeface="Verdana"/>
                <a:cs typeface="Verdana"/>
                <a:sym typeface="Verdana"/>
              </a:defRPr>
            </a:lvl3pPr>
            <a:lvl4pPr marL="8778240" marR="0" lvl="3"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4pPr>
            <a:lvl5pPr marL="10972800" marR="0" lvl="4"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5pPr>
            <a:lvl6pPr marL="13167360" marR="0" lvl="5"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6pPr>
            <a:lvl7pPr marL="15361920" marR="0" lvl="6"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7pPr>
            <a:lvl8pPr marL="17556480" marR="0" lvl="7"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8pPr>
            <a:lvl9pPr marL="19751040" marR="0" lvl="8"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9pPr>
          </a:lstStyle>
          <a:p>
            <a:endParaRPr/>
          </a:p>
        </p:txBody>
      </p:sp>
      <p:sp>
        <p:nvSpPr>
          <p:cNvPr id="77" name="Google Shape;77;p14"/>
          <p:cNvSpPr txBox="1">
            <a:spLocks noGrp="1"/>
          </p:cNvSpPr>
          <p:nvPr>
            <p:ph type="body" idx="6"/>
          </p:nvPr>
        </p:nvSpPr>
        <p:spPr>
          <a:xfrm>
            <a:off x="16622153" y="12420269"/>
            <a:ext cx="11523115" cy="3176512"/>
          </a:xfrm>
          <a:prstGeom prst="rect">
            <a:avLst/>
          </a:prstGeom>
          <a:noFill/>
          <a:ln>
            <a:noFill/>
          </a:ln>
        </p:spPr>
        <p:txBody>
          <a:bodyPr spcFirstLastPara="1" wrap="square" lIns="20950" tIns="10475" rIns="20950" bIns="10475" anchor="t" anchorCtr="0">
            <a:noAutofit/>
          </a:bodyPr>
          <a:lstStyle>
            <a:lvl1pPr marL="2194560" marR="0" lvl="0" indent="-1097280" algn="l" rtl="0">
              <a:lnSpc>
                <a:spcPct val="90000"/>
              </a:lnSpc>
              <a:spcBef>
                <a:spcPts val="288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1pPr>
            <a:lvl2pPr marL="4389120" marR="0" lvl="1" indent="-1767840" algn="l" rtl="0">
              <a:lnSpc>
                <a:spcPct val="90000"/>
              </a:lnSpc>
              <a:spcBef>
                <a:spcPts val="2400"/>
              </a:spcBef>
              <a:spcAft>
                <a:spcPts val="0"/>
              </a:spcAft>
              <a:buClr>
                <a:schemeClr val="dk1"/>
              </a:buClr>
              <a:buSzPts val="2200"/>
              <a:buFont typeface="Arial"/>
              <a:buChar char="•"/>
              <a:defRPr sz="10560" b="0" i="0" u="none" strike="noStrike" cap="none">
                <a:solidFill>
                  <a:schemeClr val="dk1"/>
                </a:solidFill>
                <a:latin typeface="Verdana"/>
                <a:ea typeface="Verdana"/>
                <a:cs typeface="Verdana"/>
                <a:sym typeface="Verdana"/>
              </a:defRPr>
            </a:lvl2pPr>
            <a:lvl3pPr marL="6583680" marR="0" lvl="2" indent="-1645920" algn="l" rtl="0">
              <a:lnSpc>
                <a:spcPct val="90000"/>
              </a:lnSpc>
              <a:spcBef>
                <a:spcPts val="2400"/>
              </a:spcBef>
              <a:spcAft>
                <a:spcPts val="0"/>
              </a:spcAft>
              <a:buClr>
                <a:schemeClr val="dk1"/>
              </a:buClr>
              <a:buSzPts val="1800"/>
              <a:buFont typeface="Arial"/>
              <a:buChar char="•"/>
              <a:defRPr sz="8640" b="0" i="0" u="none" strike="noStrike" cap="none">
                <a:solidFill>
                  <a:schemeClr val="dk1"/>
                </a:solidFill>
                <a:latin typeface="Verdana"/>
                <a:ea typeface="Verdana"/>
                <a:cs typeface="Verdana"/>
                <a:sym typeface="Verdana"/>
              </a:defRPr>
            </a:lvl3pPr>
            <a:lvl4pPr marL="8778240" marR="0" lvl="3"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4pPr>
            <a:lvl5pPr marL="10972800" marR="0" lvl="4"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5pPr>
            <a:lvl6pPr marL="13167360" marR="0" lvl="5"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6pPr>
            <a:lvl7pPr marL="15361920" marR="0" lvl="6"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7pPr>
            <a:lvl8pPr marL="17556480" marR="0" lvl="7"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8pPr>
            <a:lvl9pPr marL="19751040" marR="0" lvl="8"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9pPr>
          </a:lstStyle>
          <a:p>
            <a:endParaRPr/>
          </a:p>
        </p:txBody>
      </p:sp>
      <p:sp>
        <p:nvSpPr>
          <p:cNvPr id="78" name="Google Shape;78;p14"/>
          <p:cNvSpPr txBox="1">
            <a:spLocks noGrp="1"/>
          </p:cNvSpPr>
          <p:nvPr>
            <p:ph type="body" idx="7"/>
          </p:nvPr>
        </p:nvSpPr>
        <p:spPr>
          <a:xfrm>
            <a:off x="31214784" y="5718419"/>
            <a:ext cx="11125200" cy="5852160"/>
          </a:xfrm>
          <a:prstGeom prst="rect">
            <a:avLst/>
          </a:prstGeom>
          <a:noFill/>
          <a:ln>
            <a:noFill/>
          </a:ln>
        </p:spPr>
        <p:txBody>
          <a:bodyPr spcFirstLastPara="1" wrap="square" lIns="20950" tIns="10475" rIns="20950" bIns="10475" anchor="t" anchorCtr="0">
            <a:noAutofit/>
          </a:bodyPr>
          <a:lstStyle>
            <a:lvl1pPr marL="2194560" marR="0" lvl="0" indent="-1097280" algn="l" rtl="0">
              <a:lnSpc>
                <a:spcPct val="90000"/>
              </a:lnSpc>
              <a:spcBef>
                <a:spcPts val="432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1pPr>
            <a:lvl2pPr marL="4389120" marR="0" lvl="1" indent="-1249680" algn="l" rtl="0">
              <a:lnSpc>
                <a:spcPct val="90000"/>
              </a:lnSpc>
              <a:spcBef>
                <a:spcPts val="2400"/>
              </a:spcBef>
              <a:spcAft>
                <a:spcPts val="0"/>
              </a:spcAft>
              <a:buClr>
                <a:schemeClr val="dk1"/>
              </a:buClr>
              <a:buSzPts val="500"/>
              <a:buFont typeface="Arial"/>
              <a:buChar char="•"/>
              <a:defRPr sz="2400" b="0" i="0" u="none" strike="noStrike" cap="none">
                <a:solidFill>
                  <a:schemeClr val="dk1"/>
                </a:solidFill>
                <a:latin typeface="Verdana"/>
                <a:ea typeface="Verdana"/>
                <a:cs typeface="Verdana"/>
                <a:sym typeface="Verdana"/>
              </a:defRPr>
            </a:lvl2pPr>
            <a:lvl3pPr marL="6583680" marR="0" lvl="2" indent="-1249680" algn="l" rtl="0">
              <a:lnSpc>
                <a:spcPct val="90000"/>
              </a:lnSpc>
              <a:spcBef>
                <a:spcPts val="2400"/>
              </a:spcBef>
              <a:spcAft>
                <a:spcPts val="0"/>
              </a:spcAft>
              <a:buClr>
                <a:schemeClr val="dk1"/>
              </a:buClr>
              <a:buSzPts val="500"/>
              <a:buFont typeface="Arial"/>
              <a:buChar char="•"/>
              <a:defRPr sz="2400" b="0" i="0" u="none" strike="noStrike" cap="none">
                <a:solidFill>
                  <a:schemeClr val="dk1"/>
                </a:solidFill>
                <a:latin typeface="Verdana"/>
                <a:ea typeface="Verdana"/>
                <a:cs typeface="Verdana"/>
                <a:sym typeface="Verdana"/>
              </a:defRPr>
            </a:lvl3pPr>
            <a:lvl4pPr marL="8778240" marR="0" lvl="3" indent="-1249680" algn="l" rtl="0">
              <a:lnSpc>
                <a:spcPct val="90000"/>
              </a:lnSpc>
              <a:spcBef>
                <a:spcPts val="2400"/>
              </a:spcBef>
              <a:spcAft>
                <a:spcPts val="0"/>
              </a:spcAft>
              <a:buClr>
                <a:schemeClr val="dk1"/>
              </a:buClr>
              <a:buSzPts val="500"/>
              <a:buFont typeface="Arial"/>
              <a:buChar char="•"/>
              <a:defRPr sz="2400" b="0" i="0" u="none" strike="noStrike" cap="none">
                <a:solidFill>
                  <a:schemeClr val="dk1"/>
                </a:solidFill>
                <a:latin typeface="Verdana"/>
                <a:ea typeface="Verdana"/>
                <a:cs typeface="Verdana"/>
                <a:sym typeface="Verdana"/>
              </a:defRPr>
            </a:lvl4pPr>
            <a:lvl5pPr marL="10972800" marR="0" lvl="4" indent="-1249680" algn="l" rtl="0">
              <a:lnSpc>
                <a:spcPct val="90000"/>
              </a:lnSpc>
              <a:spcBef>
                <a:spcPts val="2400"/>
              </a:spcBef>
              <a:spcAft>
                <a:spcPts val="0"/>
              </a:spcAft>
              <a:buClr>
                <a:schemeClr val="dk1"/>
              </a:buClr>
              <a:buSzPts val="500"/>
              <a:buFont typeface="Arial"/>
              <a:buChar char="•"/>
              <a:defRPr sz="2400" b="0" i="0" u="none" strike="noStrike" cap="none">
                <a:solidFill>
                  <a:schemeClr val="dk1"/>
                </a:solidFill>
                <a:latin typeface="Verdana"/>
                <a:ea typeface="Verdana"/>
                <a:cs typeface="Verdana"/>
                <a:sym typeface="Verdana"/>
              </a:defRPr>
            </a:lvl5pPr>
            <a:lvl6pPr marL="13167360" marR="0" lvl="5"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6pPr>
            <a:lvl7pPr marL="15361920" marR="0" lvl="6"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7pPr>
            <a:lvl8pPr marL="17556480" marR="0" lvl="7"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8pPr>
            <a:lvl9pPr marL="19751040" marR="0" lvl="8"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9pPr>
          </a:lstStyle>
          <a:p>
            <a:endParaRPr/>
          </a:p>
        </p:txBody>
      </p:sp>
      <p:grpSp>
        <p:nvGrpSpPr>
          <p:cNvPr id="79" name="Google Shape;79;p14"/>
          <p:cNvGrpSpPr/>
          <p:nvPr/>
        </p:nvGrpSpPr>
        <p:grpSpPr>
          <a:xfrm>
            <a:off x="30182347" y="12555848"/>
            <a:ext cx="12603658" cy="538219"/>
            <a:chOff x="16065864" y="6127062"/>
            <a:chExt cx="12244439" cy="538219"/>
          </a:xfrm>
        </p:grpSpPr>
        <p:sp>
          <p:nvSpPr>
            <p:cNvPr id="80" name="Google Shape;80;p14"/>
            <p:cNvSpPr/>
            <p:nvPr/>
          </p:nvSpPr>
          <p:spPr>
            <a:xfrm>
              <a:off x="16065864" y="6243903"/>
              <a:ext cx="411480" cy="411480"/>
            </a:xfrm>
            <a:prstGeom prst="rect">
              <a:avLst/>
            </a:prstGeom>
            <a:solidFill>
              <a:srgbClr val="730B12"/>
            </a:solidFill>
            <a:ln>
              <a:noFill/>
            </a:ln>
          </p:spPr>
          <p:txBody>
            <a:bodyPr spcFirstLastPara="1" wrap="square" lIns="20950" tIns="10475" rIns="20950" bIns="10475" anchor="ctr" anchorCtr="0">
              <a:noAutofit/>
            </a:bodyPr>
            <a:lstStyle/>
            <a:p>
              <a:pPr marL="0" marR="0" lvl="0" indent="0" algn="ctr" rtl="0">
                <a:spcBef>
                  <a:spcPts val="0"/>
                </a:spcBef>
                <a:spcAft>
                  <a:spcPts val="0"/>
                </a:spcAft>
                <a:buNone/>
              </a:pPr>
              <a:endParaRPr sz="1440">
                <a:solidFill>
                  <a:schemeClr val="lt1"/>
                </a:solidFill>
                <a:latin typeface="Verdana"/>
                <a:ea typeface="Verdana"/>
                <a:cs typeface="Verdana"/>
                <a:sym typeface="Verdana"/>
              </a:endParaRPr>
            </a:p>
          </p:txBody>
        </p:sp>
        <p:sp>
          <p:nvSpPr>
            <p:cNvPr id="81" name="Google Shape;81;p14"/>
            <p:cNvSpPr txBox="1"/>
            <p:nvPr/>
          </p:nvSpPr>
          <p:spPr>
            <a:xfrm>
              <a:off x="17029117" y="6127062"/>
              <a:ext cx="11281186" cy="538219"/>
            </a:xfrm>
            <a:prstGeom prst="rect">
              <a:avLst/>
            </a:prstGeom>
            <a:noFill/>
            <a:ln>
              <a:noFill/>
            </a:ln>
          </p:spPr>
          <p:txBody>
            <a:bodyPr spcFirstLastPara="1" wrap="square" lIns="20950" tIns="10475" rIns="20950" bIns="10475" anchor="t" anchorCtr="0">
              <a:spAutoFit/>
            </a:bodyPr>
            <a:lstStyle/>
            <a:p>
              <a:pPr marL="0" marR="0" lvl="0" indent="0" algn="l" rtl="0">
                <a:spcBef>
                  <a:spcPts val="0"/>
                </a:spcBef>
                <a:spcAft>
                  <a:spcPts val="0"/>
                </a:spcAft>
                <a:buNone/>
              </a:pPr>
              <a:r>
                <a:rPr lang="en" sz="3360" b="1" cap="none">
                  <a:solidFill>
                    <a:schemeClr val="dk1"/>
                  </a:solidFill>
                  <a:latin typeface="Verdana"/>
                  <a:ea typeface="Verdana"/>
                  <a:cs typeface="Verdana"/>
                  <a:sym typeface="Verdana"/>
                </a:rPr>
                <a:t>DISCUSSION</a:t>
              </a:r>
              <a:endParaRPr sz="1440"/>
            </a:p>
          </p:txBody>
        </p:sp>
      </p:grpSp>
      <p:grpSp>
        <p:nvGrpSpPr>
          <p:cNvPr id="82" name="Google Shape;82;p14"/>
          <p:cNvGrpSpPr/>
          <p:nvPr/>
        </p:nvGrpSpPr>
        <p:grpSpPr>
          <a:xfrm>
            <a:off x="30182347" y="20857627"/>
            <a:ext cx="12603658" cy="538219"/>
            <a:chOff x="16065864" y="6127062"/>
            <a:chExt cx="12244439" cy="538219"/>
          </a:xfrm>
        </p:grpSpPr>
        <p:sp>
          <p:nvSpPr>
            <p:cNvPr id="83" name="Google Shape;83;p14"/>
            <p:cNvSpPr/>
            <p:nvPr/>
          </p:nvSpPr>
          <p:spPr>
            <a:xfrm>
              <a:off x="16065864" y="6243903"/>
              <a:ext cx="411480" cy="411480"/>
            </a:xfrm>
            <a:prstGeom prst="rect">
              <a:avLst/>
            </a:prstGeom>
            <a:solidFill>
              <a:srgbClr val="008BC0"/>
            </a:solidFill>
            <a:ln>
              <a:noFill/>
            </a:ln>
          </p:spPr>
          <p:txBody>
            <a:bodyPr spcFirstLastPara="1" wrap="square" lIns="20950" tIns="10475" rIns="20950" bIns="10475" anchor="ctr" anchorCtr="0">
              <a:noAutofit/>
            </a:bodyPr>
            <a:lstStyle/>
            <a:p>
              <a:pPr marL="0" marR="0" lvl="0" indent="0" algn="ctr" rtl="0">
                <a:spcBef>
                  <a:spcPts val="0"/>
                </a:spcBef>
                <a:spcAft>
                  <a:spcPts val="0"/>
                </a:spcAft>
                <a:buNone/>
              </a:pPr>
              <a:endParaRPr sz="1440">
                <a:solidFill>
                  <a:schemeClr val="lt1"/>
                </a:solidFill>
                <a:latin typeface="Verdana"/>
                <a:ea typeface="Verdana"/>
                <a:cs typeface="Verdana"/>
                <a:sym typeface="Verdana"/>
              </a:endParaRPr>
            </a:p>
          </p:txBody>
        </p:sp>
        <p:sp>
          <p:nvSpPr>
            <p:cNvPr id="84" name="Google Shape;84;p14"/>
            <p:cNvSpPr txBox="1"/>
            <p:nvPr/>
          </p:nvSpPr>
          <p:spPr>
            <a:xfrm>
              <a:off x="17029117" y="6127062"/>
              <a:ext cx="11281186" cy="538219"/>
            </a:xfrm>
            <a:prstGeom prst="rect">
              <a:avLst/>
            </a:prstGeom>
            <a:noFill/>
            <a:ln>
              <a:noFill/>
            </a:ln>
          </p:spPr>
          <p:txBody>
            <a:bodyPr spcFirstLastPara="1" wrap="square" lIns="20950" tIns="10475" rIns="20950" bIns="10475" anchor="t" anchorCtr="0">
              <a:spAutoFit/>
            </a:bodyPr>
            <a:lstStyle/>
            <a:p>
              <a:pPr marL="0" marR="0" lvl="0" indent="0" algn="l" rtl="0">
                <a:spcBef>
                  <a:spcPts val="0"/>
                </a:spcBef>
                <a:spcAft>
                  <a:spcPts val="0"/>
                </a:spcAft>
                <a:buNone/>
              </a:pPr>
              <a:r>
                <a:rPr lang="en" sz="3360" b="1" cap="none">
                  <a:solidFill>
                    <a:schemeClr val="dk1"/>
                  </a:solidFill>
                  <a:latin typeface="Verdana"/>
                  <a:ea typeface="Verdana"/>
                  <a:cs typeface="Verdana"/>
                  <a:sym typeface="Verdana"/>
                </a:rPr>
                <a:t>CONCLUSIONS</a:t>
              </a:r>
              <a:endParaRPr sz="1440"/>
            </a:p>
          </p:txBody>
        </p:sp>
      </p:grpSp>
      <p:sp>
        <p:nvSpPr>
          <p:cNvPr id="85" name="Google Shape;85;p14"/>
          <p:cNvSpPr txBox="1">
            <a:spLocks noGrp="1"/>
          </p:cNvSpPr>
          <p:nvPr>
            <p:ph type="body" idx="8"/>
          </p:nvPr>
        </p:nvSpPr>
        <p:spPr>
          <a:xfrm>
            <a:off x="16617046" y="6603245"/>
            <a:ext cx="11523115" cy="5304589"/>
          </a:xfrm>
          <a:prstGeom prst="rect">
            <a:avLst/>
          </a:prstGeom>
          <a:noFill/>
          <a:ln>
            <a:noFill/>
          </a:ln>
        </p:spPr>
        <p:txBody>
          <a:bodyPr spcFirstLastPara="1" wrap="square" lIns="20950" tIns="10475" rIns="20950" bIns="10475" anchor="t" anchorCtr="0">
            <a:noAutofit/>
          </a:bodyPr>
          <a:lstStyle>
            <a:lvl1pPr marL="2194560" marR="0" lvl="0" indent="-1097280" algn="l" rtl="0">
              <a:lnSpc>
                <a:spcPct val="90000"/>
              </a:lnSpc>
              <a:spcBef>
                <a:spcPts val="288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1pPr>
            <a:lvl2pPr marL="4389120" marR="0" lvl="1" indent="-1097280" algn="l" rtl="0">
              <a:lnSpc>
                <a:spcPct val="90000"/>
              </a:lnSpc>
              <a:spcBef>
                <a:spcPts val="240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2pPr>
            <a:lvl3pPr marL="6583680" marR="0" lvl="2" indent="-1097280" algn="l" rtl="0">
              <a:lnSpc>
                <a:spcPct val="90000"/>
              </a:lnSpc>
              <a:spcBef>
                <a:spcPts val="240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3pPr>
            <a:lvl4pPr marL="8778240" marR="0" lvl="3" indent="-1097280" algn="l" rtl="0">
              <a:lnSpc>
                <a:spcPct val="90000"/>
              </a:lnSpc>
              <a:spcBef>
                <a:spcPts val="240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4pPr>
            <a:lvl5pPr marL="10972800" marR="0" lvl="4" indent="-1097280" algn="l" rtl="0">
              <a:lnSpc>
                <a:spcPct val="90000"/>
              </a:lnSpc>
              <a:spcBef>
                <a:spcPts val="240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5pPr>
            <a:lvl6pPr marL="13167360" marR="0" lvl="5"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6pPr>
            <a:lvl7pPr marL="15361920" marR="0" lvl="6"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7pPr>
            <a:lvl8pPr marL="17556480" marR="0" lvl="7"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8pPr>
            <a:lvl9pPr marL="19751040" marR="0" lvl="8"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9pPr>
          </a:lstStyle>
          <a:p>
            <a:endParaRPr/>
          </a:p>
        </p:txBody>
      </p:sp>
      <p:sp>
        <p:nvSpPr>
          <p:cNvPr id="86" name="Google Shape;86;p14"/>
          <p:cNvSpPr txBox="1">
            <a:spLocks noGrp="1"/>
          </p:cNvSpPr>
          <p:nvPr>
            <p:ph type="body" idx="9"/>
          </p:nvPr>
        </p:nvSpPr>
        <p:spPr>
          <a:xfrm>
            <a:off x="16608449" y="17316512"/>
            <a:ext cx="11612146" cy="5249574"/>
          </a:xfrm>
          <a:prstGeom prst="rect">
            <a:avLst/>
          </a:prstGeom>
          <a:noFill/>
          <a:ln>
            <a:noFill/>
          </a:ln>
        </p:spPr>
        <p:txBody>
          <a:bodyPr spcFirstLastPara="1" wrap="square" lIns="20950" tIns="10475" rIns="20950" bIns="10475" anchor="t" anchorCtr="0">
            <a:noAutofit/>
          </a:bodyPr>
          <a:lstStyle>
            <a:lvl1pPr marL="2194560" marR="0" lvl="0" indent="-1097280" algn="l" rtl="0">
              <a:lnSpc>
                <a:spcPct val="90000"/>
              </a:lnSpc>
              <a:spcBef>
                <a:spcPts val="288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1pPr>
            <a:lvl2pPr marL="4389120" marR="0" lvl="1" indent="-1097280" algn="l" rtl="0">
              <a:lnSpc>
                <a:spcPct val="90000"/>
              </a:lnSpc>
              <a:spcBef>
                <a:spcPts val="240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2pPr>
            <a:lvl3pPr marL="6583680" marR="0" lvl="2" indent="-1097280" algn="l" rtl="0">
              <a:lnSpc>
                <a:spcPct val="90000"/>
              </a:lnSpc>
              <a:spcBef>
                <a:spcPts val="240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3pPr>
            <a:lvl4pPr marL="8778240" marR="0" lvl="3" indent="-1097280" algn="l" rtl="0">
              <a:lnSpc>
                <a:spcPct val="90000"/>
              </a:lnSpc>
              <a:spcBef>
                <a:spcPts val="240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4pPr>
            <a:lvl5pPr marL="10972800" marR="0" lvl="4" indent="-1097280" algn="l" rtl="0">
              <a:lnSpc>
                <a:spcPct val="90000"/>
              </a:lnSpc>
              <a:spcBef>
                <a:spcPts val="240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5pPr>
            <a:lvl6pPr marL="13167360" marR="0" lvl="5"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6pPr>
            <a:lvl7pPr marL="15361920" marR="0" lvl="6"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7pPr>
            <a:lvl8pPr marL="17556480" marR="0" lvl="7"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8pPr>
            <a:lvl9pPr marL="19751040" marR="0" lvl="8"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9pPr>
          </a:lstStyle>
          <a:p>
            <a:endParaRPr/>
          </a:p>
        </p:txBody>
      </p:sp>
      <p:sp>
        <p:nvSpPr>
          <p:cNvPr id="87" name="Google Shape;87;p14"/>
          <p:cNvSpPr txBox="1">
            <a:spLocks noGrp="1"/>
          </p:cNvSpPr>
          <p:nvPr>
            <p:ph type="body" idx="13"/>
          </p:nvPr>
        </p:nvSpPr>
        <p:spPr>
          <a:xfrm>
            <a:off x="31214789" y="13525498"/>
            <a:ext cx="11125200" cy="6675123"/>
          </a:xfrm>
          <a:prstGeom prst="rect">
            <a:avLst/>
          </a:prstGeom>
          <a:noFill/>
          <a:ln>
            <a:noFill/>
          </a:ln>
        </p:spPr>
        <p:txBody>
          <a:bodyPr spcFirstLastPara="1" wrap="square" lIns="20950" tIns="10475" rIns="20950" bIns="10475" anchor="t" anchorCtr="0">
            <a:noAutofit/>
          </a:bodyPr>
          <a:lstStyle>
            <a:lvl1pPr marL="2194560" marR="0" lvl="0" indent="-1097280" algn="l" rtl="0">
              <a:lnSpc>
                <a:spcPct val="90000"/>
              </a:lnSpc>
              <a:spcBef>
                <a:spcPts val="432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1pPr>
            <a:lvl2pPr marL="4389120" marR="0" lvl="1" indent="-1249680" algn="l" rtl="0">
              <a:lnSpc>
                <a:spcPct val="90000"/>
              </a:lnSpc>
              <a:spcBef>
                <a:spcPts val="2400"/>
              </a:spcBef>
              <a:spcAft>
                <a:spcPts val="0"/>
              </a:spcAft>
              <a:buClr>
                <a:schemeClr val="dk1"/>
              </a:buClr>
              <a:buSzPts val="500"/>
              <a:buFont typeface="Arial"/>
              <a:buChar char="•"/>
              <a:defRPr sz="2400" b="0" i="0" u="none" strike="noStrike" cap="none">
                <a:solidFill>
                  <a:schemeClr val="dk1"/>
                </a:solidFill>
                <a:latin typeface="Verdana"/>
                <a:ea typeface="Verdana"/>
                <a:cs typeface="Verdana"/>
                <a:sym typeface="Verdana"/>
              </a:defRPr>
            </a:lvl2pPr>
            <a:lvl3pPr marL="6583680" marR="0" lvl="2" indent="-1645920" algn="l" rtl="0">
              <a:lnSpc>
                <a:spcPct val="90000"/>
              </a:lnSpc>
              <a:spcBef>
                <a:spcPts val="2400"/>
              </a:spcBef>
              <a:spcAft>
                <a:spcPts val="0"/>
              </a:spcAft>
              <a:buClr>
                <a:schemeClr val="dk1"/>
              </a:buClr>
              <a:buSzPts val="1800"/>
              <a:buFont typeface="Arial"/>
              <a:buChar char="•"/>
              <a:defRPr sz="8640" b="0" i="0" u="none" strike="noStrike" cap="none">
                <a:solidFill>
                  <a:schemeClr val="dk1"/>
                </a:solidFill>
                <a:latin typeface="Verdana"/>
                <a:ea typeface="Verdana"/>
                <a:cs typeface="Verdana"/>
                <a:sym typeface="Verdana"/>
              </a:defRPr>
            </a:lvl3pPr>
            <a:lvl4pPr marL="8778240" marR="0" lvl="3"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4pPr>
            <a:lvl5pPr marL="10972800" marR="0" lvl="4"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5pPr>
            <a:lvl6pPr marL="13167360" marR="0" lvl="5"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6pPr>
            <a:lvl7pPr marL="15361920" marR="0" lvl="6"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7pPr>
            <a:lvl8pPr marL="17556480" marR="0" lvl="7"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8pPr>
            <a:lvl9pPr marL="19751040" marR="0" lvl="8"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9pPr>
          </a:lstStyle>
          <a:p>
            <a:endParaRPr/>
          </a:p>
        </p:txBody>
      </p:sp>
      <p:sp>
        <p:nvSpPr>
          <p:cNvPr id="88" name="Google Shape;88;p14"/>
          <p:cNvSpPr txBox="1">
            <a:spLocks noGrp="1"/>
          </p:cNvSpPr>
          <p:nvPr>
            <p:ph type="body" idx="14"/>
          </p:nvPr>
        </p:nvSpPr>
        <p:spPr>
          <a:xfrm>
            <a:off x="31214789" y="21853069"/>
            <a:ext cx="11125200" cy="6675123"/>
          </a:xfrm>
          <a:prstGeom prst="rect">
            <a:avLst/>
          </a:prstGeom>
          <a:noFill/>
          <a:ln>
            <a:noFill/>
          </a:ln>
        </p:spPr>
        <p:txBody>
          <a:bodyPr spcFirstLastPara="1" wrap="square" lIns="20950" tIns="10475" rIns="20950" bIns="10475" anchor="t" anchorCtr="0">
            <a:noAutofit/>
          </a:bodyPr>
          <a:lstStyle>
            <a:lvl1pPr marL="2194560" marR="0" lvl="0" indent="-1097280" algn="l" rtl="0">
              <a:lnSpc>
                <a:spcPct val="90000"/>
              </a:lnSpc>
              <a:spcBef>
                <a:spcPts val="4320"/>
              </a:spcBef>
              <a:spcAft>
                <a:spcPts val="0"/>
              </a:spcAft>
              <a:buClr>
                <a:schemeClr val="dk1"/>
              </a:buClr>
              <a:buSzPts val="500"/>
              <a:buFont typeface="Arial"/>
              <a:buNone/>
              <a:defRPr sz="2400" b="0" i="0" u="none" strike="noStrike" cap="none">
                <a:solidFill>
                  <a:schemeClr val="dk1"/>
                </a:solidFill>
                <a:latin typeface="Verdana"/>
                <a:ea typeface="Verdana"/>
                <a:cs typeface="Verdana"/>
                <a:sym typeface="Verdana"/>
              </a:defRPr>
            </a:lvl1pPr>
            <a:lvl2pPr marL="4389120" marR="0" lvl="1" indent="-1249680" algn="l" rtl="0">
              <a:lnSpc>
                <a:spcPct val="90000"/>
              </a:lnSpc>
              <a:spcBef>
                <a:spcPts val="2400"/>
              </a:spcBef>
              <a:spcAft>
                <a:spcPts val="0"/>
              </a:spcAft>
              <a:buClr>
                <a:schemeClr val="dk1"/>
              </a:buClr>
              <a:buSzPts val="500"/>
              <a:buFont typeface="Arial"/>
              <a:buChar char="•"/>
              <a:defRPr sz="2400" b="0" i="0" u="none" strike="noStrike" cap="none">
                <a:solidFill>
                  <a:schemeClr val="dk1"/>
                </a:solidFill>
                <a:latin typeface="Verdana"/>
                <a:ea typeface="Verdana"/>
                <a:cs typeface="Verdana"/>
                <a:sym typeface="Verdana"/>
              </a:defRPr>
            </a:lvl2pPr>
            <a:lvl3pPr marL="6583680" marR="0" lvl="2" indent="-1645920" algn="l" rtl="0">
              <a:lnSpc>
                <a:spcPct val="90000"/>
              </a:lnSpc>
              <a:spcBef>
                <a:spcPts val="2400"/>
              </a:spcBef>
              <a:spcAft>
                <a:spcPts val="0"/>
              </a:spcAft>
              <a:buClr>
                <a:schemeClr val="dk1"/>
              </a:buClr>
              <a:buSzPts val="1800"/>
              <a:buFont typeface="Arial"/>
              <a:buChar char="•"/>
              <a:defRPr sz="8640" b="0" i="0" u="none" strike="noStrike" cap="none">
                <a:solidFill>
                  <a:schemeClr val="dk1"/>
                </a:solidFill>
                <a:latin typeface="Verdana"/>
                <a:ea typeface="Verdana"/>
                <a:cs typeface="Verdana"/>
                <a:sym typeface="Verdana"/>
              </a:defRPr>
            </a:lvl3pPr>
            <a:lvl4pPr marL="8778240" marR="0" lvl="3"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4pPr>
            <a:lvl5pPr marL="10972800" marR="0" lvl="4"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5pPr>
            <a:lvl6pPr marL="13167360" marR="0" lvl="5"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6pPr>
            <a:lvl7pPr marL="15361920" marR="0" lvl="6"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7pPr>
            <a:lvl8pPr marL="17556480" marR="0" lvl="7"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8pPr>
            <a:lvl9pPr marL="19751040" marR="0" lvl="8"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9pPr>
          </a:lstStyle>
          <a:p>
            <a:endParaRPr/>
          </a:p>
        </p:txBody>
      </p:sp>
      <p:sp>
        <p:nvSpPr>
          <p:cNvPr id="89" name="Google Shape;89;p14"/>
          <p:cNvSpPr txBox="1">
            <a:spLocks noGrp="1"/>
          </p:cNvSpPr>
          <p:nvPr>
            <p:ph type="body" idx="15"/>
          </p:nvPr>
        </p:nvSpPr>
        <p:spPr>
          <a:xfrm>
            <a:off x="15576552" y="1111027"/>
            <a:ext cx="13646150" cy="1534208"/>
          </a:xfrm>
          <a:prstGeom prst="rect">
            <a:avLst/>
          </a:prstGeom>
          <a:noFill/>
          <a:ln>
            <a:noFill/>
          </a:ln>
        </p:spPr>
        <p:txBody>
          <a:bodyPr spcFirstLastPara="1" wrap="square" lIns="20950" tIns="10475" rIns="20950" bIns="10475" anchor="t" anchorCtr="0">
            <a:noAutofit/>
          </a:bodyPr>
          <a:lstStyle>
            <a:lvl1pPr marL="2194560" marR="0" lvl="0" indent="-1097280" algn="l" rtl="0">
              <a:lnSpc>
                <a:spcPct val="100000"/>
              </a:lnSpc>
              <a:spcBef>
                <a:spcPts val="0"/>
              </a:spcBef>
              <a:spcAft>
                <a:spcPts val="0"/>
              </a:spcAft>
              <a:buClr>
                <a:schemeClr val="lt1"/>
              </a:buClr>
              <a:buSzPts val="900"/>
              <a:buFont typeface="Arial"/>
              <a:buNone/>
              <a:defRPr sz="4320" b="0" i="0" u="none" strike="noStrike" cap="none">
                <a:solidFill>
                  <a:schemeClr val="lt1"/>
                </a:solidFill>
                <a:latin typeface="Verdana"/>
                <a:ea typeface="Verdana"/>
                <a:cs typeface="Verdana"/>
                <a:sym typeface="Verdana"/>
              </a:defRPr>
            </a:lvl1pPr>
            <a:lvl2pPr marL="4389120" marR="0" lvl="1" indent="-1249680" algn="l" rtl="0">
              <a:lnSpc>
                <a:spcPct val="90000"/>
              </a:lnSpc>
              <a:spcBef>
                <a:spcPts val="2400"/>
              </a:spcBef>
              <a:spcAft>
                <a:spcPts val="0"/>
              </a:spcAft>
              <a:buClr>
                <a:schemeClr val="dk1"/>
              </a:buClr>
              <a:buSzPts val="500"/>
              <a:buFont typeface="Arial"/>
              <a:buChar char="•"/>
              <a:defRPr sz="2400" b="0" i="0" u="none" strike="noStrike" cap="none">
                <a:solidFill>
                  <a:schemeClr val="dk1"/>
                </a:solidFill>
                <a:latin typeface="Verdana"/>
                <a:ea typeface="Verdana"/>
                <a:cs typeface="Verdana"/>
                <a:sym typeface="Verdana"/>
              </a:defRPr>
            </a:lvl2pPr>
            <a:lvl3pPr marL="6583680" marR="0" lvl="2" indent="-1249680" algn="l" rtl="0">
              <a:lnSpc>
                <a:spcPct val="90000"/>
              </a:lnSpc>
              <a:spcBef>
                <a:spcPts val="2400"/>
              </a:spcBef>
              <a:spcAft>
                <a:spcPts val="0"/>
              </a:spcAft>
              <a:buClr>
                <a:schemeClr val="dk1"/>
              </a:buClr>
              <a:buSzPts val="500"/>
              <a:buFont typeface="Arial"/>
              <a:buChar char="•"/>
              <a:defRPr sz="2400" b="0" i="0" u="none" strike="noStrike" cap="none">
                <a:solidFill>
                  <a:schemeClr val="dk1"/>
                </a:solidFill>
                <a:latin typeface="Verdana"/>
                <a:ea typeface="Verdana"/>
                <a:cs typeface="Verdana"/>
                <a:sym typeface="Verdana"/>
              </a:defRPr>
            </a:lvl3pPr>
            <a:lvl4pPr marL="8778240" marR="0" lvl="3" indent="-1249680" algn="l" rtl="0">
              <a:lnSpc>
                <a:spcPct val="90000"/>
              </a:lnSpc>
              <a:spcBef>
                <a:spcPts val="2400"/>
              </a:spcBef>
              <a:spcAft>
                <a:spcPts val="0"/>
              </a:spcAft>
              <a:buClr>
                <a:schemeClr val="dk1"/>
              </a:buClr>
              <a:buSzPts val="500"/>
              <a:buFont typeface="Arial"/>
              <a:buChar char="•"/>
              <a:defRPr sz="2400" b="0" i="0" u="none" strike="noStrike" cap="none">
                <a:solidFill>
                  <a:schemeClr val="dk1"/>
                </a:solidFill>
                <a:latin typeface="Verdana"/>
                <a:ea typeface="Verdana"/>
                <a:cs typeface="Verdana"/>
                <a:sym typeface="Verdana"/>
              </a:defRPr>
            </a:lvl4pPr>
            <a:lvl5pPr marL="10972800" marR="0" lvl="4" indent="-1249680" algn="l" rtl="0">
              <a:lnSpc>
                <a:spcPct val="90000"/>
              </a:lnSpc>
              <a:spcBef>
                <a:spcPts val="2400"/>
              </a:spcBef>
              <a:spcAft>
                <a:spcPts val="0"/>
              </a:spcAft>
              <a:buClr>
                <a:schemeClr val="dk1"/>
              </a:buClr>
              <a:buSzPts val="500"/>
              <a:buFont typeface="Arial"/>
              <a:buChar char="•"/>
              <a:defRPr sz="2400" b="0" i="0" u="none" strike="noStrike" cap="none">
                <a:solidFill>
                  <a:schemeClr val="dk1"/>
                </a:solidFill>
                <a:latin typeface="Verdana"/>
                <a:ea typeface="Verdana"/>
                <a:cs typeface="Verdana"/>
                <a:sym typeface="Verdana"/>
              </a:defRPr>
            </a:lvl5pPr>
            <a:lvl6pPr marL="13167360" marR="0" lvl="5"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6pPr>
            <a:lvl7pPr marL="15361920" marR="0" lvl="6"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7pPr>
            <a:lvl8pPr marL="17556480" marR="0" lvl="7"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8pPr>
            <a:lvl9pPr marL="19751040" marR="0" lvl="8"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9pPr>
          </a:lstStyle>
          <a:p>
            <a:endParaRPr/>
          </a:p>
        </p:txBody>
      </p:sp>
      <p:sp>
        <p:nvSpPr>
          <p:cNvPr id="90" name="Google Shape;90;p14"/>
          <p:cNvSpPr txBox="1"/>
          <p:nvPr/>
        </p:nvSpPr>
        <p:spPr>
          <a:xfrm>
            <a:off x="15520457" y="2799194"/>
            <a:ext cx="12619704" cy="618607"/>
          </a:xfrm>
          <a:prstGeom prst="rect">
            <a:avLst/>
          </a:prstGeom>
          <a:noFill/>
          <a:ln>
            <a:noFill/>
          </a:ln>
        </p:spPr>
        <p:txBody>
          <a:bodyPr spcFirstLastPara="1" wrap="square" lIns="100560" tIns="50280" rIns="100560" bIns="50280" anchor="t" anchorCtr="0">
            <a:spAutoFit/>
          </a:bodyPr>
          <a:lstStyle/>
          <a:p>
            <a:pPr marL="0" marR="0" lvl="0" indent="0" algn="l" rtl="0">
              <a:spcBef>
                <a:spcPts val="0"/>
              </a:spcBef>
              <a:spcAft>
                <a:spcPts val="0"/>
              </a:spcAft>
              <a:buNone/>
            </a:pPr>
            <a:r>
              <a:rPr lang="en" sz="3360">
                <a:solidFill>
                  <a:schemeClr val="lt1"/>
                </a:solidFill>
                <a:latin typeface="Verdana"/>
                <a:ea typeface="Verdana"/>
                <a:cs typeface="Verdana"/>
                <a:sym typeface="Verdana"/>
              </a:rPr>
              <a:t>MS in Business Analytics Capstone Project</a:t>
            </a:r>
            <a:endParaRPr sz="1440"/>
          </a:p>
        </p:txBody>
      </p:sp>
      <p:sp>
        <p:nvSpPr>
          <p:cNvPr id="91" name="Google Shape;91;p14"/>
          <p:cNvSpPr txBox="1">
            <a:spLocks noGrp="1"/>
          </p:cNvSpPr>
          <p:nvPr>
            <p:ph type="body" idx="16"/>
          </p:nvPr>
        </p:nvSpPr>
        <p:spPr>
          <a:xfrm>
            <a:off x="30175202" y="1013283"/>
            <a:ext cx="9764712" cy="2333626"/>
          </a:xfrm>
          <a:prstGeom prst="rect">
            <a:avLst/>
          </a:prstGeom>
          <a:noFill/>
          <a:ln>
            <a:noFill/>
          </a:ln>
        </p:spPr>
        <p:txBody>
          <a:bodyPr spcFirstLastPara="1" wrap="square" lIns="20950" tIns="10475" rIns="20950" bIns="10475" anchor="t" anchorCtr="0">
            <a:noAutofit/>
          </a:bodyPr>
          <a:lstStyle>
            <a:lvl1pPr marL="2194560" marR="0" lvl="0" indent="-1097280" algn="l" rtl="0">
              <a:lnSpc>
                <a:spcPct val="100000"/>
              </a:lnSpc>
              <a:spcBef>
                <a:spcPts val="0"/>
              </a:spcBef>
              <a:spcAft>
                <a:spcPts val="0"/>
              </a:spcAft>
              <a:buClr>
                <a:schemeClr val="lt1"/>
              </a:buClr>
              <a:buSzPts val="700"/>
              <a:buFont typeface="Arial"/>
              <a:buNone/>
              <a:defRPr sz="3360" b="0" i="0" u="none" strike="noStrike" cap="none">
                <a:solidFill>
                  <a:schemeClr val="lt1"/>
                </a:solidFill>
                <a:latin typeface="Verdana"/>
                <a:ea typeface="Verdana"/>
                <a:cs typeface="Verdana"/>
                <a:sym typeface="Verdana"/>
              </a:defRPr>
            </a:lvl1pPr>
            <a:lvl2pPr marL="4389120" marR="0" lvl="1" indent="-1310640" algn="l" rtl="0">
              <a:lnSpc>
                <a:spcPct val="90000"/>
              </a:lnSpc>
              <a:spcBef>
                <a:spcPts val="2400"/>
              </a:spcBef>
              <a:spcAft>
                <a:spcPts val="0"/>
              </a:spcAft>
              <a:buClr>
                <a:schemeClr val="dk1"/>
              </a:buClr>
              <a:buSzPts val="700"/>
              <a:buFont typeface="Arial"/>
              <a:buChar char="•"/>
              <a:defRPr sz="3360" b="0" i="0" u="none" strike="noStrike" cap="none">
                <a:solidFill>
                  <a:schemeClr val="dk1"/>
                </a:solidFill>
                <a:latin typeface="Verdana"/>
                <a:ea typeface="Verdana"/>
                <a:cs typeface="Verdana"/>
                <a:sym typeface="Verdana"/>
              </a:defRPr>
            </a:lvl2pPr>
            <a:lvl3pPr marL="6583680" marR="0" lvl="2" indent="-1310640" algn="l" rtl="0">
              <a:lnSpc>
                <a:spcPct val="90000"/>
              </a:lnSpc>
              <a:spcBef>
                <a:spcPts val="2400"/>
              </a:spcBef>
              <a:spcAft>
                <a:spcPts val="0"/>
              </a:spcAft>
              <a:buClr>
                <a:schemeClr val="dk1"/>
              </a:buClr>
              <a:buSzPts val="700"/>
              <a:buFont typeface="Arial"/>
              <a:buChar char="•"/>
              <a:defRPr sz="3360" b="0" i="0" u="none" strike="noStrike" cap="none">
                <a:solidFill>
                  <a:schemeClr val="dk1"/>
                </a:solidFill>
                <a:latin typeface="Verdana"/>
                <a:ea typeface="Verdana"/>
                <a:cs typeface="Verdana"/>
                <a:sym typeface="Verdana"/>
              </a:defRPr>
            </a:lvl3pPr>
            <a:lvl4pPr marL="8778240" marR="0" lvl="3" indent="-1310640" algn="l" rtl="0">
              <a:lnSpc>
                <a:spcPct val="90000"/>
              </a:lnSpc>
              <a:spcBef>
                <a:spcPts val="2400"/>
              </a:spcBef>
              <a:spcAft>
                <a:spcPts val="0"/>
              </a:spcAft>
              <a:buClr>
                <a:schemeClr val="dk1"/>
              </a:buClr>
              <a:buSzPts val="700"/>
              <a:buFont typeface="Arial"/>
              <a:buChar char="•"/>
              <a:defRPr sz="3360" b="0" i="0" u="none" strike="noStrike" cap="none">
                <a:solidFill>
                  <a:schemeClr val="dk1"/>
                </a:solidFill>
                <a:latin typeface="Verdana"/>
                <a:ea typeface="Verdana"/>
                <a:cs typeface="Verdana"/>
                <a:sym typeface="Verdana"/>
              </a:defRPr>
            </a:lvl4pPr>
            <a:lvl5pPr marL="10972800" marR="0" lvl="4" indent="-1097280" algn="l" rtl="0">
              <a:lnSpc>
                <a:spcPct val="90000"/>
              </a:lnSpc>
              <a:spcBef>
                <a:spcPts val="2400"/>
              </a:spcBef>
              <a:spcAft>
                <a:spcPts val="0"/>
              </a:spcAft>
              <a:buClr>
                <a:schemeClr val="dk1"/>
              </a:buClr>
              <a:buSzPts val="700"/>
              <a:buFont typeface="Arial"/>
              <a:buNone/>
              <a:defRPr sz="3360" b="0" i="0" u="none" strike="noStrike" cap="none">
                <a:solidFill>
                  <a:schemeClr val="dk1"/>
                </a:solidFill>
                <a:latin typeface="Verdana"/>
                <a:ea typeface="Verdana"/>
                <a:cs typeface="Verdana"/>
                <a:sym typeface="Verdana"/>
              </a:defRPr>
            </a:lvl5pPr>
            <a:lvl6pPr marL="13167360" marR="0" lvl="5"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6pPr>
            <a:lvl7pPr marL="15361920" marR="0" lvl="6"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7pPr>
            <a:lvl8pPr marL="17556480" marR="0" lvl="7"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8pPr>
            <a:lvl9pPr marL="19751040" marR="0" lvl="8"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9pPr>
          </a:lstStyle>
          <a:p>
            <a:endParaRPr dirty="0"/>
          </a:p>
        </p:txBody>
      </p:sp>
      <p:grpSp>
        <p:nvGrpSpPr>
          <p:cNvPr id="92" name="Google Shape;92;p14"/>
          <p:cNvGrpSpPr/>
          <p:nvPr/>
        </p:nvGrpSpPr>
        <p:grpSpPr>
          <a:xfrm>
            <a:off x="1333502" y="30834937"/>
            <a:ext cx="2907792" cy="914400"/>
            <a:chOff x="2873542" y="30899100"/>
            <a:chExt cx="2907792" cy="914400"/>
          </a:xfrm>
        </p:grpSpPr>
        <p:sp>
          <p:nvSpPr>
            <p:cNvPr id="93" name="Google Shape;93;p14"/>
            <p:cNvSpPr txBox="1"/>
            <p:nvPr/>
          </p:nvSpPr>
          <p:spPr>
            <a:xfrm>
              <a:off x="2978705" y="31079305"/>
              <a:ext cx="2703480" cy="464353"/>
            </a:xfrm>
            <a:prstGeom prst="rect">
              <a:avLst/>
            </a:prstGeom>
            <a:noFill/>
            <a:ln>
              <a:noFill/>
            </a:ln>
          </p:spPr>
          <p:txBody>
            <a:bodyPr spcFirstLastPara="1" wrap="square" lIns="20950" tIns="10475" rIns="20950" bIns="10475" anchor="t" anchorCtr="0">
              <a:spAutoFit/>
            </a:bodyPr>
            <a:lstStyle/>
            <a:p>
              <a:pPr marL="0" marR="0" lvl="0" indent="0" algn="l" rtl="0">
                <a:lnSpc>
                  <a:spcPct val="100000"/>
                </a:lnSpc>
                <a:spcBef>
                  <a:spcPts val="0"/>
                </a:spcBef>
                <a:spcAft>
                  <a:spcPts val="0"/>
                </a:spcAft>
                <a:buClr>
                  <a:schemeClr val="lt1"/>
                </a:buClr>
                <a:buSzPts val="600"/>
                <a:buFont typeface="Verdana"/>
                <a:buNone/>
              </a:pPr>
              <a:r>
                <a:rPr lang="en" sz="2880" b="1">
                  <a:solidFill>
                    <a:schemeClr val="lt1"/>
                  </a:solidFill>
                  <a:latin typeface="Verdana"/>
                  <a:ea typeface="Verdana"/>
                  <a:cs typeface="Verdana"/>
                  <a:sym typeface="Verdana"/>
                </a:rPr>
                <a:t>CONTACT</a:t>
              </a:r>
              <a:endParaRPr sz="2880" b="1">
                <a:solidFill>
                  <a:schemeClr val="dk1"/>
                </a:solidFill>
                <a:latin typeface="Verdana"/>
                <a:ea typeface="Verdana"/>
                <a:cs typeface="Verdana"/>
                <a:sym typeface="Verdana"/>
              </a:endParaRPr>
            </a:p>
          </p:txBody>
        </p:sp>
        <p:sp>
          <p:nvSpPr>
            <p:cNvPr id="94" name="Google Shape;94;p14"/>
            <p:cNvSpPr/>
            <p:nvPr/>
          </p:nvSpPr>
          <p:spPr>
            <a:xfrm>
              <a:off x="2873542" y="30899100"/>
              <a:ext cx="2907792" cy="914400"/>
            </a:xfrm>
            <a:prstGeom prst="rect">
              <a:avLst/>
            </a:prstGeom>
            <a:noFill/>
            <a:ln w="28575" cap="flat" cmpd="sng">
              <a:solidFill>
                <a:schemeClr val="lt1"/>
              </a:solidFill>
              <a:prstDash val="solid"/>
              <a:miter lim="800000"/>
              <a:headEnd type="none" w="sm" len="sm"/>
              <a:tailEnd type="none" w="sm" len="sm"/>
            </a:ln>
          </p:spPr>
          <p:txBody>
            <a:bodyPr spcFirstLastPara="1" wrap="square" lIns="20950" tIns="10475" rIns="20950" bIns="10475" anchor="ctr" anchorCtr="0">
              <a:noAutofit/>
            </a:bodyPr>
            <a:lstStyle/>
            <a:p>
              <a:pPr marL="0" marR="0" lvl="0" indent="0" algn="ctr" rtl="0">
                <a:spcBef>
                  <a:spcPts val="0"/>
                </a:spcBef>
                <a:spcAft>
                  <a:spcPts val="0"/>
                </a:spcAft>
                <a:buNone/>
              </a:pPr>
              <a:endParaRPr sz="1440">
                <a:solidFill>
                  <a:schemeClr val="lt1"/>
                </a:solidFill>
                <a:latin typeface="Verdana"/>
                <a:ea typeface="Verdana"/>
                <a:cs typeface="Verdana"/>
                <a:sym typeface="Verdana"/>
              </a:endParaRPr>
            </a:p>
          </p:txBody>
        </p:sp>
      </p:grpSp>
      <p:grpSp>
        <p:nvGrpSpPr>
          <p:cNvPr id="95" name="Google Shape;95;p14"/>
          <p:cNvGrpSpPr/>
          <p:nvPr/>
        </p:nvGrpSpPr>
        <p:grpSpPr>
          <a:xfrm>
            <a:off x="18631805" y="30837214"/>
            <a:ext cx="3749040" cy="914400"/>
            <a:chOff x="12088520" y="31206179"/>
            <a:chExt cx="3749040" cy="914400"/>
          </a:xfrm>
        </p:grpSpPr>
        <p:sp>
          <p:nvSpPr>
            <p:cNvPr id="96" name="Google Shape;96;p14"/>
            <p:cNvSpPr txBox="1"/>
            <p:nvPr/>
          </p:nvSpPr>
          <p:spPr>
            <a:xfrm>
              <a:off x="12190674" y="31356297"/>
              <a:ext cx="3555259" cy="464353"/>
            </a:xfrm>
            <a:prstGeom prst="rect">
              <a:avLst/>
            </a:prstGeom>
            <a:noFill/>
            <a:ln>
              <a:noFill/>
            </a:ln>
          </p:spPr>
          <p:txBody>
            <a:bodyPr spcFirstLastPara="1" wrap="square" lIns="0" tIns="10475" rIns="0" bIns="10475" anchor="t" anchorCtr="0">
              <a:spAutoFit/>
            </a:bodyPr>
            <a:lstStyle/>
            <a:p>
              <a:pPr marL="0" marR="0" lvl="0" indent="0" algn="ctr" rtl="0">
                <a:lnSpc>
                  <a:spcPct val="100000"/>
                </a:lnSpc>
                <a:spcBef>
                  <a:spcPts val="0"/>
                </a:spcBef>
                <a:spcAft>
                  <a:spcPts val="0"/>
                </a:spcAft>
                <a:buClr>
                  <a:schemeClr val="lt1"/>
                </a:buClr>
                <a:buSzPts val="600"/>
                <a:buFont typeface="Verdana"/>
                <a:buNone/>
              </a:pPr>
              <a:r>
                <a:rPr lang="en" sz="2880" b="1" cap="none">
                  <a:solidFill>
                    <a:schemeClr val="lt1"/>
                  </a:solidFill>
                  <a:latin typeface="Verdana"/>
                  <a:ea typeface="Verdana"/>
                  <a:cs typeface="Verdana"/>
                  <a:sym typeface="Verdana"/>
                </a:rPr>
                <a:t>REFERENCES</a:t>
              </a:r>
              <a:endParaRPr sz="2880" b="1" cap="none">
                <a:solidFill>
                  <a:schemeClr val="dk1"/>
                </a:solidFill>
                <a:latin typeface="Verdana"/>
                <a:ea typeface="Verdana"/>
                <a:cs typeface="Verdana"/>
                <a:sym typeface="Verdana"/>
              </a:endParaRPr>
            </a:p>
          </p:txBody>
        </p:sp>
        <p:sp>
          <p:nvSpPr>
            <p:cNvPr id="97" name="Google Shape;97;p14"/>
            <p:cNvSpPr/>
            <p:nvPr/>
          </p:nvSpPr>
          <p:spPr>
            <a:xfrm>
              <a:off x="12088520" y="31206179"/>
              <a:ext cx="3749040" cy="914400"/>
            </a:xfrm>
            <a:prstGeom prst="rect">
              <a:avLst/>
            </a:prstGeom>
            <a:noFill/>
            <a:ln w="28575" cap="flat" cmpd="sng">
              <a:solidFill>
                <a:schemeClr val="lt1"/>
              </a:solidFill>
              <a:prstDash val="solid"/>
              <a:miter lim="800000"/>
              <a:headEnd type="none" w="sm" len="sm"/>
              <a:tailEnd type="none" w="sm" len="sm"/>
            </a:ln>
          </p:spPr>
          <p:txBody>
            <a:bodyPr spcFirstLastPara="1" wrap="square" lIns="20950" tIns="10475" rIns="20950" bIns="10475" anchor="ctr" anchorCtr="0">
              <a:noAutofit/>
            </a:bodyPr>
            <a:lstStyle/>
            <a:p>
              <a:pPr marL="0" marR="0" lvl="0" indent="0" algn="ctr" rtl="0">
                <a:spcBef>
                  <a:spcPts val="0"/>
                </a:spcBef>
                <a:spcAft>
                  <a:spcPts val="0"/>
                </a:spcAft>
                <a:buNone/>
              </a:pPr>
              <a:endParaRPr sz="1440">
                <a:solidFill>
                  <a:schemeClr val="lt1"/>
                </a:solidFill>
                <a:latin typeface="Verdana"/>
                <a:ea typeface="Verdana"/>
                <a:cs typeface="Verdana"/>
                <a:sym typeface="Verdana"/>
              </a:endParaRPr>
            </a:p>
          </p:txBody>
        </p:sp>
      </p:grpSp>
      <p:sp>
        <p:nvSpPr>
          <p:cNvPr id="98" name="Google Shape;98;p14"/>
          <p:cNvSpPr txBox="1">
            <a:spLocks noGrp="1"/>
          </p:cNvSpPr>
          <p:nvPr>
            <p:ph type="body" idx="17"/>
          </p:nvPr>
        </p:nvSpPr>
        <p:spPr>
          <a:xfrm>
            <a:off x="5273520" y="30728656"/>
            <a:ext cx="5669280" cy="1435770"/>
          </a:xfrm>
          <a:prstGeom prst="rect">
            <a:avLst/>
          </a:prstGeom>
          <a:noFill/>
          <a:ln>
            <a:noFill/>
          </a:ln>
        </p:spPr>
        <p:txBody>
          <a:bodyPr spcFirstLastPara="1" wrap="square" lIns="20950" tIns="10475" rIns="20950" bIns="10475" anchor="t" anchorCtr="0">
            <a:noAutofit/>
          </a:bodyPr>
          <a:lstStyle>
            <a:lvl1pPr marL="2194560" marR="0" lvl="0" indent="-1097280" algn="l" rtl="0">
              <a:lnSpc>
                <a:spcPct val="120000"/>
              </a:lnSpc>
              <a:spcBef>
                <a:spcPts val="0"/>
              </a:spcBef>
              <a:spcAft>
                <a:spcPts val="0"/>
              </a:spcAft>
              <a:buClr>
                <a:schemeClr val="lt1"/>
              </a:buClr>
              <a:buSzPts val="600"/>
              <a:buFont typeface="Arial"/>
              <a:buNone/>
              <a:defRPr sz="2880" b="0" i="0" u="none" strike="noStrike" cap="none">
                <a:solidFill>
                  <a:schemeClr val="lt1"/>
                </a:solidFill>
                <a:latin typeface="Verdana"/>
                <a:ea typeface="Verdana"/>
                <a:cs typeface="Verdana"/>
                <a:sym typeface="Verdana"/>
              </a:defRPr>
            </a:lvl1pPr>
            <a:lvl2pPr marL="4389120" marR="0" lvl="1" indent="-1280160" algn="l" rtl="0">
              <a:lnSpc>
                <a:spcPct val="90000"/>
              </a:lnSpc>
              <a:spcBef>
                <a:spcPts val="2400"/>
              </a:spcBef>
              <a:spcAft>
                <a:spcPts val="0"/>
              </a:spcAft>
              <a:buClr>
                <a:schemeClr val="dk1"/>
              </a:buClr>
              <a:buSzPts val="600"/>
              <a:buFont typeface="Arial"/>
              <a:buChar char="•"/>
              <a:defRPr sz="2880" b="0" i="0" u="none" strike="noStrike" cap="none">
                <a:solidFill>
                  <a:schemeClr val="dk1"/>
                </a:solidFill>
                <a:latin typeface="Verdana"/>
                <a:ea typeface="Verdana"/>
                <a:cs typeface="Verdana"/>
                <a:sym typeface="Verdana"/>
              </a:defRPr>
            </a:lvl2pPr>
            <a:lvl3pPr marL="6583680" marR="0" lvl="2" indent="-1280160" algn="l" rtl="0">
              <a:lnSpc>
                <a:spcPct val="90000"/>
              </a:lnSpc>
              <a:spcBef>
                <a:spcPts val="2400"/>
              </a:spcBef>
              <a:spcAft>
                <a:spcPts val="0"/>
              </a:spcAft>
              <a:buClr>
                <a:schemeClr val="dk1"/>
              </a:buClr>
              <a:buSzPts val="600"/>
              <a:buFont typeface="Arial"/>
              <a:buChar char="•"/>
              <a:defRPr sz="2880" b="0" i="0" u="none" strike="noStrike" cap="none">
                <a:solidFill>
                  <a:schemeClr val="dk1"/>
                </a:solidFill>
                <a:latin typeface="Verdana"/>
                <a:ea typeface="Verdana"/>
                <a:cs typeface="Verdana"/>
                <a:sym typeface="Verdana"/>
              </a:defRPr>
            </a:lvl3pPr>
            <a:lvl4pPr marL="8778240" marR="0" lvl="3" indent="-1280160" algn="l" rtl="0">
              <a:lnSpc>
                <a:spcPct val="90000"/>
              </a:lnSpc>
              <a:spcBef>
                <a:spcPts val="2400"/>
              </a:spcBef>
              <a:spcAft>
                <a:spcPts val="0"/>
              </a:spcAft>
              <a:buClr>
                <a:schemeClr val="dk1"/>
              </a:buClr>
              <a:buSzPts val="600"/>
              <a:buFont typeface="Arial"/>
              <a:buChar char="•"/>
              <a:defRPr sz="2880" b="0" i="0" u="none" strike="noStrike" cap="none">
                <a:solidFill>
                  <a:schemeClr val="dk1"/>
                </a:solidFill>
                <a:latin typeface="Verdana"/>
                <a:ea typeface="Verdana"/>
                <a:cs typeface="Verdana"/>
                <a:sym typeface="Verdana"/>
              </a:defRPr>
            </a:lvl4pPr>
            <a:lvl5pPr marL="10972800" marR="0" lvl="4" indent="-1280160" algn="l" rtl="0">
              <a:lnSpc>
                <a:spcPct val="90000"/>
              </a:lnSpc>
              <a:spcBef>
                <a:spcPts val="2400"/>
              </a:spcBef>
              <a:spcAft>
                <a:spcPts val="0"/>
              </a:spcAft>
              <a:buClr>
                <a:schemeClr val="dk1"/>
              </a:buClr>
              <a:buSzPts val="600"/>
              <a:buFont typeface="Arial"/>
              <a:buChar char="•"/>
              <a:defRPr sz="2880" b="0" i="0" u="none" strike="noStrike" cap="none">
                <a:solidFill>
                  <a:schemeClr val="dk1"/>
                </a:solidFill>
                <a:latin typeface="Verdana"/>
                <a:ea typeface="Verdana"/>
                <a:cs typeface="Verdana"/>
                <a:sym typeface="Verdana"/>
              </a:defRPr>
            </a:lvl5pPr>
            <a:lvl6pPr marL="13167360" marR="0" lvl="5"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6pPr>
            <a:lvl7pPr marL="15361920" marR="0" lvl="6"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7pPr>
            <a:lvl8pPr marL="17556480" marR="0" lvl="7"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8pPr>
            <a:lvl9pPr marL="19751040" marR="0" lvl="8"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9pPr>
          </a:lstStyle>
          <a:p>
            <a:endParaRPr/>
          </a:p>
        </p:txBody>
      </p:sp>
      <p:sp>
        <p:nvSpPr>
          <p:cNvPr id="99" name="Google Shape;99;p14"/>
          <p:cNvSpPr txBox="1">
            <a:spLocks noGrp="1"/>
          </p:cNvSpPr>
          <p:nvPr>
            <p:ph type="body" idx="18"/>
          </p:nvPr>
        </p:nvSpPr>
        <p:spPr>
          <a:xfrm>
            <a:off x="11674325" y="30728656"/>
            <a:ext cx="5669280" cy="1435770"/>
          </a:xfrm>
          <a:prstGeom prst="rect">
            <a:avLst/>
          </a:prstGeom>
          <a:noFill/>
          <a:ln>
            <a:noFill/>
          </a:ln>
        </p:spPr>
        <p:txBody>
          <a:bodyPr spcFirstLastPara="1" wrap="square" lIns="20950" tIns="10475" rIns="20950" bIns="10475" anchor="t" anchorCtr="0">
            <a:noAutofit/>
          </a:bodyPr>
          <a:lstStyle>
            <a:lvl1pPr marL="2194560" marR="0" lvl="0" indent="-1097280" algn="l" rtl="0">
              <a:lnSpc>
                <a:spcPct val="120000"/>
              </a:lnSpc>
              <a:spcBef>
                <a:spcPts val="0"/>
              </a:spcBef>
              <a:spcAft>
                <a:spcPts val="0"/>
              </a:spcAft>
              <a:buClr>
                <a:schemeClr val="lt1"/>
              </a:buClr>
              <a:buSzPts val="600"/>
              <a:buFont typeface="Arial"/>
              <a:buNone/>
              <a:defRPr sz="2880" b="0" i="0" u="none" strike="noStrike" cap="none">
                <a:solidFill>
                  <a:schemeClr val="lt1"/>
                </a:solidFill>
                <a:latin typeface="Verdana"/>
                <a:ea typeface="Verdana"/>
                <a:cs typeface="Verdana"/>
                <a:sym typeface="Verdana"/>
              </a:defRPr>
            </a:lvl1pPr>
            <a:lvl2pPr marL="4389120" marR="0" lvl="1" indent="-1280160" algn="l" rtl="0">
              <a:lnSpc>
                <a:spcPct val="90000"/>
              </a:lnSpc>
              <a:spcBef>
                <a:spcPts val="2400"/>
              </a:spcBef>
              <a:spcAft>
                <a:spcPts val="0"/>
              </a:spcAft>
              <a:buClr>
                <a:schemeClr val="dk1"/>
              </a:buClr>
              <a:buSzPts val="600"/>
              <a:buFont typeface="Arial"/>
              <a:buChar char="•"/>
              <a:defRPr sz="2880" b="0" i="0" u="none" strike="noStrike" cap="none">
                <a:solidFill>
                  <a:schemeClr val="dk1"/>
                </a:solidFill>
                <a:latin typeface="Verdana"/>
                <a:ea typeface="Verdana"/>
                <a:cs typeface="Verdana"/>
                <a:sym typeface="Verdana"/>
              </a:defRPr>
            </a:lvl2pPr>
            <a:lvl3pPr marL="6583680" marR="0" lvl="2" indent="-1280160" algn="l" rtl="0">
              <a:lnSpc>
                <a:spcPct val="90000"/>
              </a:lnSpc>
              <a:spcBef>
                <a:spcPts val="2400"/>
              </a:spcBef>
              <a:spcAft>
                <a:spcPts val="0"/>
              </a:spcAft>
              <a:buClr>
                <a:schemeClr val="dk1"/>
              </a:buClr>
              <a:buSzPts val="600"/>
              <a:buFont typeface="Arial"/>
              <a:buChar char="•"/>
              <a:defRPr sz="2880" b="0" i="0" u="none" strike="noStrike" cap="none">
                <a:solidFill>
                  <a:schemeClr val="dk1"/>
                </a:solidFill>
                <a:latin typeface="Verdana"/>
                <a:ea typeface="Verdana"/>
                <a:cs typeface="Verdana"/>
                <a:sym typeface="Verdana"/>
              </a:defRPr>
            </a:lvl3pPr>
            <a:lvl4pPr marL="8778240" marR="0" lvl="3" indent="-1280160" algn="l" rtl="0">
              <a:lnSpc>
                <a:spcPct val="90000"/>
              </a:lnSpc>
              <a:spcBef>
                <a:spcPts val="2400"/>
              </a:spcBef>
              <a:spcAft>
                <a:spcPts val="0"/>
              </a:spcAft>
              <a:buClr>
                <a:schemeClr val="dk1"/>
              </a:buClr>
              <a:buSzPts val="600"/>
              <a:buFont typeface="Arial"/>
              <a:buChar char="•"/>
              <a:defRPr sz="2880" b="0" i="0" u="none" strike="noStrike" cap="none">
                <a:solidFill>
                  <a:schemeClr val="dk1"/>
                </a:solidFill>
                <a:latin typeface="Verdana"/>
                <a:ea typeface="Verdana"/>
                <a:cs typeface="Verdana"/>
                <a:sym typeface="Verdana"/>
              </a:defRPr>
            </a:lvl4pPr>
            <a:lvl5pPr marL="10972800" marR="0" lvl="4" indent="-1280160" algn="l" rtl="0">
              <a:lnSpc>
                <a:spcPct val="90000"/>
              </a:lnSpc>
              <a:spcBef>
                <a:spcPts val="2400"/>
              </a:spcBef>
              <a:spcAft>
                <a:spcPts val="0"/>
              </a:spcAft>
              <a:buClr>
                <a:schemeClr val="dk1"/>
              </a:buClr>
              <a:buSzPts val="600"/>
              <a:buFont typeface="Arial"/>
              <a:buChar char="•"/>
              <a:defRPr sz="2880" b="0" i="0" u="none" strike="noStrike" cap="none">
                <a:solidFill>
                  <a:schemeClr val="dk1"/>
                </a:solidFill>
                <a:latin typeface="Verdana"/>
                <a:ea typeface="Verdana"/>
                <a:cs typeface="Verdana"/>
                <a:sym typeface="Verdana"/>
              </a:defRPr>
            </a:lvl5pPr>
            <a:lvl6pPr marL="13167360" marR="0" lvl="5"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6pPr>
            <a:lvl7pPr marL="15361920" marR="0" lvl="6"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7pPr>
            <a:lvl8pPr marL="17556480" marR="0" lvl="7"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8pPr>
            <a:lvl9pPr marL="19751040" marR="0" lvl="8"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9pPr>
          </a:lstStyle>
          <a:p>
            <a:endParaRPr/>
          </a:p>
        </p:txBody>
      </p:sp>
      <p:sp>
        <p:nvSpPr>
          <p:cNvPr id="100" name="Google Shape;100;p14"/>
          <p:cNvSpPr txBox="1">
            <a:spLocks noGrp="1"/>
          </p:cNvSpPr>
          <p:nvPr>
            <p:ph type="body" idx="19"/>
          </p:nvPr>
        </p:nvSpPr>
        <p:spPr>
          <a:xfrm>
            <a:off x="23496211" y="30728656"/>
            <a:ext cx="6035040" cy="1435770"/>
          </a:xfrm>
          <a:prstGeom prst="rect">
            <a:avLst/>
          </a:prstGeom>
          <a:noFill/>
          <a:ln>
            <a:noFill/>
          </a:ln>
        </p:spPr>
        <p:txBody>
          <a:bodyPr spcFirstLastPara="1" wrap="square" lIns="20950" tIns="10475" rIns="20950" bIns="10475" anchor="t" anchorCtr="0">
            <a:noAutofit/>
          </a:bodyPr>
          <a:lstStyle>
            <a:lvl1pPr marL="2194560" marR="0" lvl="0" indent="-1097280" algn="l" rtl="0">
              <a:lnSpc>
                <a:spcPct val="120000"/>
              </a:lnSpc>
              <a:spcBef>
                <a:spcPts val="0"/>
              </a:spcBef>
              <a:spcAft>
                <a:spcPts val="0"/>
              </a:spcAft>
              <a:buClr>
                <a:schemeClr val="lt1"/>
              </a:buClr>
              <a:buSzPts val="600"/>
              <a:buFont typeface="Arial"/>
              <a:buNone/>
              <a:defRPr sz="2880" b="0" i="0" u="none" strike="noStrike" cap="none">
                <a:solidFill>
                  <a:schemeClr val="lt1"/>
                </a:solidFill>
                <a:latin typeface="Verdana"/>
                <a:ea typeface="Verdana"/>
                <a:cs typeface="Verdana"/>
                <a:sym typeface="Verdana"/>
              </a:defRPr>
            </a:lvl1pPr>
            <a:lvl2pPr marL="4389120" marR="0" lvl="1" indent="-1280160" algn="l" rtl="0">
              <a:lnSpc>
                <a:spcPct val="90000"/>
              </a:lnSpc>
              <a:spcBef>
                <a:spcPts val="2400"/>
              </a:spcBef>
              <a:spcAft>
                <a:spcPts val="0"/>
              </a:spcAft>
              <a:buClr>
                <a:schemeClr val="dk1"/>
              </a:buClr>
              <a:buSzPts val="600"/>
              <a:buFont typeface="Arial"/>
              <a:buChar char="•"/>
              <a:defRPr sz="2880" b="0" i="0" u="none" strike="noStrike" cap="none">
                <a:solidFill>
                  <a:schemeClr val="dk1"/>
                </a:solidFill>
                <a:latin typeface="Verdana"/>
                <a:ea typeface="Verdana"/>
                <a:cs typeface="Verdana"/>
                <a:sym typeface="Verdana"/>
              </a:defRPr>
            </a:lvl2pPr>
            <a:lvl3pPr marL="6583680" marR="0" lvl="2" indent="-1280160" algn="l" rtl="0">
              <a:lnSpc>
                <a:spcPct val="90000"/>
              </a:lnSpc>
              <a:spcBef>
                <a:spcPts val="2400"/>
              </a:spcBef>
              <a:spcAft>
                <a:spcPts val="0"/>
              </a:spcAft>
              <a:buClr>
                <a:schemeClr val="dk1"/>
              </a:buClr>
              <a:buSzPts val="600"/>
              <a:buFont typeface="Arial"/>
              <a:buChar char="•"/>
              <a:defRPr sz="2880" b="0" i="0" u="none" strike="noStrike" cap="none">
                <a:solidFill>
                  <a:schemeClr val="dk1"/>
                </a:solidFill>
                <a:latin typeface="Verdana"/>
                <a:ea typeface="Verdana"/>
                <a:cs typeface="Verdana"/>
                <a:sym typeface="Verdana"/>
              </a:defRPr>
            </a:lvl3pPr>
            <a:lvl4pPr marL="8778240" marR="0" lvl="3" indent="-1280160" algn="l" rtl="0">
              <a:lnSpc>
                <a:spcPct val="90000"/>
              </a:lnSpc>
              <a:spcBef>
                <a:spcPts val="2400"/>
              </a:spcBef>
              <a:spcAft>
                <a:spcPts val="0"/>
              </a:spcAft>
              <a:buClr>
                <a:schemeClr val="dk1"/>
              </a:buClr>
              <a:buSzPts val="600"/>
              <a:buFont typeface="Arial"/>
              <a:buChar char="•"/>
              <a:defRPr sz="2880" b="0" i="0" u="none" strike="noStrike" cap="none">
                <a:solidFill>
                  <a:schemeClr val="dk1"/>
                </a:solidFill>
                <a:latin typeface="Verdana"/>
                <a:ea typeface="Verdana"/>
                <a:cs typeface="Verdana"/>
                <a:sym typeface="Verdana"/>
              </a:defRPr>
            </a:lvl4pPr>
            <a:lvl5pPr marL="10972800" marR="0" lvl="4" indent="-1280160" algn="l" rtl="0">
              <a:lnSpc>
                <a:spcPct val="90000"/>
              </a:lnSpc>
              <a:spcBef>
                <a:spcPts val="2400"/>
              </a:spcBef>
              <a:spcAft>
                <a:spcPts val="0"/>
              </a:spcAft>
              <a:buClr>
                <a:schemeClr val="dk1"/>
              </a:buClr>
              <a:buSzPts val="600"/>
              <a:buFont typeface="Arial"/>
              <a:buChar char="•"/>
              <a:defRPr sz="2880" b="0" i="0" u="none" strike="noStrike" cap="none">
                <a:solidFill>
                  <a:schemeClr val="dk1"/>
                </a:solidFill>
                <a:latin typeface="Verdana"/>
                <a:ea typeface="Verdana"/>
                <a:cs typeface="Verdana"/>
                <a:sym typeface="Verdana"/>
              </a:defRPr>
            </a:lvl5pPr>
            <a:lvl6pPr marL="13167360" marR="0" lvl="5"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6pPr>
            <a:lvl7pPr marL="15361920" marR="0" lvl="6"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7pPr>
            <a:lvl8pPr marL="17556480" marR="0" lvl="7"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8pPr>
            <a:lvl9pPr marL="19751040" marR="0" lvl="8"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9pPr>
          </a:lstStyle>
          <a:p>
            <a:endParaRPr/>
          </a:p>
        </p:txBody>
      </p:sp>
      <p:sp>
        <p:nvSpPr>
          <p:cNvPr id="101" name="Google Shape;101;p14"/>
          <p:cNvSpPr txBox="1">
            <a:spLocks noGrp="1"/>
          </p:cNvSpPr>
          <p:nvPr>
            <p:ph type="body" idx="20"/>
          </p:nvPr>
        </p:nvSpPr>
        <p:spPr>
          <a:xfrm>
            <a:off x="36363120" y="30728656"/>
            <a:ext cx="6035040" cy="1435770"/>
          </a:xfrm>
          <a:prstGeom prst="rect">
            <a:avLst/>
          </a:prstGeom>
          <a:noFill/>
          <a:ln>
            <a:noFill/>
          </a:ln>
        </p:spPr>
        <p:txBody>
          <a:bodyPr spcFirstLastPara="1" wrap="square" lIns="20950" tIns="10475" rIns="20950" bIns="10475" anchor="t" anchorCtr="0">
            <a:noAutofit/>
          </a:bodyPr>
          <a:lstStyle>
            <a:lvl1pPr marL="2194560" marR="0" lvl="0" indent="-1097280" algn="l" rtl="0">
              <a:lnSpc>
                <a:spcPct val="120000"/>
              </a:lnSpc>
              <a:spcBef>
                <a:spcPts val="0"/>
              </a:spcBef>
              <a:spcAft>
                <a:spcPts val="0"/>
              </a:spcAft>
              <a:buClr>
                <a:schemeClr val="lt1"/>
              </a:buClr>
              <a:buSzPts val="600"/>
              <a:buFont typeface="Arial"/>
              <a:buNone/>
              <a:defRPr sz="2880" b="0" i="0" u="none" strike="noStrike" cap="none">
                <a:solidFill>
                  <a:schemeClr val="lt1"/>
                </a:solidFill>
                <a:latin typeface="Verdana"/>
                <a:ea typeface="Verdana"/>
                <a:cs typeface="Verdana"/>
                <a:sym typeface="Verdana"/>
              </a:defRPr>
            </a:lvl1pPr>
            <a:lvl2pPr marL="4389120" marR="0" lvl="1" indent="-1280160" algn="l" rtl="0">
              <a:lnSpc>
                <a:spcPct val="90000"/>
              </a:lnSpc>
              <a:spcBef>
                <a:spcPts val="2400"/>
              </a:spcBef>
              <a:spcAft>
                <a:spcPts val="0"/>
              </a:spcAft>
              <a:buClr>
                <a:schemeClr val="dk1"/>
              </a:buClr>
              <a:buSzPts val="600"/>
              <a:buFont typeface="Arial"/>
              <a:buChar char="•"/>
              <a:defRPr sz="2880" b="0" i="0" u="none" strike="noStrike" cap="none">
                <a:solidFill>
                  <a:schemeClr val="dk1"/>
                </a:solidFill>
                <a:latin typeface="Verdana"/>
                <a:ea typeface="Verdana"/>
                <a:cs typeface="Verdana"/>
                <a:sym typeface="Verdana"/>
              </a:defRPr>
            </a:lvl2pPr>
            <a:lvl3pPr marL="6583680" marR="0" lvl="2" indent="-1280160" algn="l" rtl="0">
              <a:lnSpc>
                <a:spcPct val="90000"/>
              </a:lnSpc>
              <a:spcBef>
                <a:spcPts val="2400"/>
              </a:spcBef>
              <a:spcAft>
                <a:spcPts val="0"/>
              </a:spcAft>
              <a:buClr>
                <a:schemeClr val="dk1"/>
              </a:buClr>
              <a:buSzPts val="600"/>
              <a:buFont typeface="Arial"/>
              <a:buChar char="•"/>
              <a:defRPr sz="2880" b="0" i="0" u="none" strike="noStrike" cap="none">
                <a:solidFill>
                  <a:schemeClr val="dk1"/>
                </a:solidFill>
                <a:latin typeface="Verdana"/>
                <a:ea typeface="Verdana"/>
                <a:cs typeface="Verdana"/>
                <a:sym typeface="Verdana"/>
              </a:defRPr>
            </a:lvl3pPr>
            <a:lvl4pPr marL="8778240" marR="0" lvl="3" indent="-1280160" algn="l" rtl="0">
              <a:lnSpc>
                <a:spcPct val="90000"/>
              </a:lnSpc>
              <a:spcBef>
                <a:spcPts val="2400"/>
              </a:spcBef>
              <a:spcAft>
                <a:spcPts val="0"/>
              </a:spcAft>
              <a:buClr>
                <a:schemeClr val="dk1"/>
              </a:buClr>
              <a:buSzPts val="600"/>
              <a:buFont typeface="Arial"/>
              <a:buChar char="•"/>
              <a:defRPr sz="2880" b="0" i="0" u="none" strike="noStrike" cap="none">
                <a:solidFill>
                  <a:schemeClr val="dk1"/>
                </a:solidFill>
                <a:latin typeface="Verdana"/>
                <a:ea typeface="Verdana"/>
                <a:cs typeface="Verdana"/>
                <a:sym typeface="Verdana"/>
              </a:defRPr>
            </a:lvl4pPr>
            <a:lvl5pPr marL="10972800" marR="0" lvl="4" indent="-1280160" algn="l" rtl="0">
              <a:lnSpc>
                <a:spcPct val="90000"/>
              </a:lnSpc>
              <a:spcBef>
                <a:spcPts val="2400"/>
              </a:spcBef>
              <a:spcAft>
                <a:spcPts val="0"/>
              </a:spcAft>
              <a:buClr>
                <a:schemeClr val="dk1"/>
              </a:buClr>
              <a:buSzPts val="600"/>
              <a:buFont typeface="Arial"/>
              <a:buChar char="•"/>
              <a:defRPr sz="2880" b="0" i="0" u="none" strike="noStrike" cap="none">
                <a:solidFill>
                  <a:schemeClr val="dk1"/>
                </a:solidFill>
                <a:latin typeface="Verdana"/>
                <a:ea typeface="Verdana"/>
                <a:cs typeface="Verdana"/>
                <a:sym typeface="Verdana"/>
              </a:defRPr>
            </a:lvl5pPr>
            <a:lvl6pPr marL="13167360" marR="0" lvl="5"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6pPr>
            <a:lvl7pPr marL="15361920" marR="0" lvl="6"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7pPr>
            <a:lvl8pPr marL="17556480" marR="0" lvl="7"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8pPr>
            <a:lvl9pPr marL="19751040" marR="0" lvl="8"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9pPr>
          </a:lstStyle>
          <a:p>
            <a:endParaRPr/>
          </a:p>
        </p:txBody>
      </p:sp>
      <p:sp>
        <p:nvSpPr>
          <p:cNvPr id="102" name="Google Shape;102;p14"/>
          <p:cNvSpPr txBox="1">
            <a:spLocks noGrp="1"/>
          </p:cNvSpPr>
          <p:nvPr>
            <p:ph type="body" idx="21"/>
          </p:nvPr>
        </p:nvSpPr>
        <p:spPr>
          <a:xfrm>
            <a:off x="29962320" y="30728656"/>
            <a:ext cx="6035040" cy="1435770"/>
          </a:xfrm>
          <a:prstGeom prst="rect">
            <a:avLst/>
          </a:prstGeom>
          <a:noFill/>
          <a:ln>
            <a:noFill/>
          </a:ln>
        </p:spPr>
        <p:txBody>
          <a:bodyPr spcFirstLastPara="1" wrap="square" lIns="20950" tIns="10475" rIns="20950" bIns="10475" anchor="t" anchorCtr="0">
            <a:noAutofit/>
          </a:bodyPr>
          <a:lstStyle>
            <a:lvl1pPr marL="2194560" marR="0" lvl="0" indent="-1097280" algn="l" rtl="0">
              <a:lnSpc>
                <a:spcPct val="120000"/>
              </a:lnSpc>
              <a:spcBef>
                <a:spcPts val="0"/>
              </a:spcBef>
              <a:spcAft>
                <a:spcPts val="0"/>
              </a:spcAft>
              <a:buClr>
                <a:schemeClr val="lt1"/>
              </a:buClr>
              <a:buSzPts val="600"/>
              <a:buFont typeface="Arial"/>
              <a:buNone/>
              <a:defRPr sz="2880" b="0" i="0" u="none" strike="noStrike" cap="none">
                <a:solidFill>
                  <a:schemeClr val="lt1"/>
                </a:solidFill>
                <a:latin typeface="Verdana"/>
                <a:ea typeface="Verdana"/>
                <a:cs typeface="Verdana"/>
                <a:sym typeface="Verdana"/>
              </a:defRPr>
            </a:lvl1pPr>
            <a:lvl2pPr marL="4389120" marR="0" lvl="1" indent="-1280160" algn="l" rtl="0">
              <a:lnSpc>
                <a:spcPct val="90000"/>
              </a:lnSpc>
              <a:spcBef>
                <a:spcPts val="2400"/>
              </a:spcBef>
              <a:spcAft>
                <a:spcPts val="0"/>
              </a:spcAft>
              <a:buClr>
                <a:schemeClr val="dk1"/>
              </a:buClr>
              <a:buSzPts val="600"/>
              <a:buFont typeface="Arial"/>
              <a:buChar char="•"/>
              <a:defRPr sz="2880" b="0" i="0" u="none" strike="noStrike" cap="none">
                <a:solidFill>
                  <a:schemeClr val="dk1"/>
                </a:solidFill>
                <a:latin typeface="Verdana"/>
                <a:ea typeface="Verdana"/>
                <a:cs typeface="Verdana"/>
                <a:sym typeface="Verdana"/>
              </a:defRPr>
            </a:lvl2pPr>
            <a:lvl3pPr marL="6583680" marR="0" lvl="2" indent="-1280160" algn="l" rtl="0">
              <a:lnSpc>
                <a:spcPct val="90000"/>
              </a:lnSpc>
              <a:spcBef>
                <a:spcPts val="2400"/>
              </a:spcBef>
              <a:spcAft>
                <a:spcPts val="0"/>
              </a:spcAft>
              <a:buClr>
                <a:schemeClr val="dk1"/>
              </a:buClr>
              <a:buSzPts val="600"/>
              <a:buFont typeface="Arial"/>
              <a:buChar char="•"/>
              <a:defRPr sz="2880" b="0" i="0" u="none" strike="noStrike" cap="none">
                <a:solidFill>
                  <a:schemeClr val="dk1"/>
                </a:solidFill>
                <a:latin typeface="Verdana"/>
                <a:ea typeface="Verdana"/>
                <a:cs typeface="Verdana"/>
                <a:sym typeface="Verdana"/>
              </a:defRPr>
            </a:lvl3pPr>
            <a:lvl4pPr marL="8778240" marR="0" lvl="3" indent="-1280160" algn="l" rtl="0">
              <a:lnSpc>
                <a:spcPct val="90000"/>
              </a:lnSpc>
              <a:spcBef>
                <a:spcPts val="2400"/>
              </a:spcBef>
              <a:spcAft>
                <a:spcPts val="0"/>
              </a:spcAft>
              <a:buClr>
                <a:schemeClr val="dk1"/>
              </a:buClr>
              <a:buSzPts val="600"/>
              <a:buFont typeface="Arial"/>
              <a:buChar char="•"/>
              <a:defRPr sz="2880" b="0" i="0" u="none" strike="noStrike" cap="none">
                <a:solidFill>
                  <a:schemeClr val="dk1"/>
                </a:solidFill>
                <a:latin typeface="Verdana"/>
                <a:ea typeface="Verdana"/>
                <a:cs typeface="Verdana"/>
                <a:sym typeface="Verdana"/>
              </a:defRPr>
            </a:lvl4pPr>
            <a:lvl5pPr marL="10972800" marR="0" lvl="4" indent="-1280160" algn="l" rtl="0">
              <a:lnSpc>
                <a:spcPct val="90000"/>
              </a:lnSpc>
              <a:spcBef>
                <a:spcPts val="2400"/>
              </a:spcBef>
              <a:spcAft>
                <a:spcPts val="0"/>
              </a:spcAft>
              <a:buClr>
                <a:schemeClr val="dk1"/>
              </a:buClr>
              <a:buSzPts val="600"/>
              <a:buFont typeface="Arial"/>
              <a:buChar char="•"/>
              <a:defRPr sz="2880" b="0" i="0" u="none" strike="noStrike" cap="none">
                <a:solidFill>
                  <a:schemeClr val="dk1"/>
                </a:solidFill>
                <a:latin typeface="Verdana"/>
                <a:ea typeface="Verdana"/>
                <a:cs typeface="Verdana"/>
                <a:sym typeface="Verdana"/>
              </a:defRPr>
            </a:lvl5pPr>
            <a:lvl6pPr marL="13167360" marR="0" lvl="5"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6pPr>
            <a:lvl7pPr marL="15361920" marR="0" lvl="6"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7pPr>
            <a:lvl8pPr marL="17556480" marR="0" lvl="7"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8pPr>
            <a:lvl9pPr marL="19751040" marR="0" lvl="8" indent="-1615440" algn="l" rtl="0">
              <a:lnSpc>
                <a:spcPct val="90000"/>
              </a:lnSpc>
              <a:spcBef>
                <a:spcPts val="2400"/>
              </a:spcBef>
              <a:spcAft>
                <a:spcPts val="0"/>
              </a:spcAft>
              <a:buClr>
                <a:schemeClr val="dk1"/>
              </a:buClr>
              <a:buSzPts val="1700"/>
              <a:buFont typeface="Arial"/>
              <a:buChar char="•"/>
              <a:defRPr sz="8160" b="0" i="0" u="none" strike="noStrike" cap="none">
                <a:solidFill>
                  <a:schemeClr val="dk1"/>
                </a:solidFill>
                <a:latin typeface="Verdana"/>
                <a:ea typeface="Verdana"/>
                <a:cs typeface="Verdana"/>
                <a:sym typeface="Verdana"/>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96160" y="2848160"/>
            <a:ext cx="40898880" cy="366528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1496160" y="7375840"/>
            <a:ext cx="40898880" cy="2186496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40667798" y="29844589"/>
            <a:ext cx="2633760" cy="2519040"/>
          </a:xfrm>
          <a:prstGeom prst="rect">
            <a:avLst/>
          </a:prstGeom>
          <a:noFill/>
          <a:ln>
            <a:noFill/>
          </a:ln>
        </p:spPr>
        <p:txBody>
          <a:bodyPr spcFirstLastPara="1" wrap="square" lIns="91425" tIns="91425" rIns="91425" bIns="91425" anchor="ctr" anchorCtr="0">
            <a:noAutofit/>
          </a:bodyPr>
          <a:lstStyle>
            <a:lvl1pPr lvl="0" algn="r">
              <a:buNone/>
              <a:defRPr sz="4800">
                <a:solidFill>
                  <a:schemeClr val="dk2"/>
                </a:solidFill>
              </a:defRPr>
            </a:lvl1pPr>
            <a:lvl2pPr lvl="1" algn="r">
              <a:buNone/>
              <a:defRPr sz="4800">
                <a:solidFill>
                  <a:schemeClr val="dk2"/>
                </a:solidFill>
              </a:defRPr>
            </a:lvl2pPr>
            <a:lvl3pPr lvl="2" algn="r">
              <a:buNone/>
              <a:defRPr sz="4800">
                <a:solidFill>
                  <a:schemeClr val="dk2"/>
                </a:solidFill>
              </a:defRPr>
            </a:lvl3pPr>
            <a:lvl4pPr lvl="3" algn="r">
              <a:buNone/>
              <a:defRPr sz="4800">
                <a:solidFill>
                  <a:schemeClr val="dk2"/>
                </a:solidFill>
              </a:defRPr>
            </a:lvl4pPr>
            <a:lvl5pPr lvl="4" algn="r">
              <a:buNone/>
              <a:defRPr sz="4800">
                <a:solidFill>
                  <a:schemeClr val="dk2"/>
                </a:solidFill>
              </a:defRPr>
            </a:lvl5pPr>
            <a:lvl6pPr lvl="5" algn="r">
              <a:buNone/>
              <a:defRPr sz="4800">
                <a:solidFill>
                  <a:schemeClr val="dk2"/>
                </a:solidFill>
              </a:defRPr>
            </a:lvl6pPr>
            <a:lvl7pPr lvl="6" algn="r">
              <a:buNone/>
              <a:defRPr sz="4800">
                <a:solidFill>
                  <a:schemeClr val="dk2"/>
                </a:solidFill>
              </a:defRPr>
            </a:lvl7pPr>
            <a:lvl8pPr lvl="7" algn="r">
              <a:buNone/>
              <a:defRPr sz="4800">
                <a:solidFill>
                  <a:schemeClr val="dk2"/>
                </a:solidFill>
              </a:defRPr>
            </a:lvl8pPr>
            <a:lvl9pPr lvl="8" algn="r">
              <a:buNone/>
              <a:defRPr sz="48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p:nvPr/>
        </p:nvSpPr>
        <p:spPr>
          <a:xfrm>
            <a:off x="0" y="29987846"/>
            <a:ext cx="43891200" cy="2926080"/>
          </a:xfrm>
          <a:prstGeom prst="rect">
            <a:avLst/>
          </a:prstGeom>
          <a:solidFill>
            <a:schemeClr val="accent3"/>
          </a:solidFill>
          <a:ln>
            <a:noFill/>
          </a:ln>
        </p:spPr>
        <p:txBody>
          <a:bodyPr spcFirstLastPara="1" wrap="square" lIns="100560" tIns="50280" rIns="100560" bIns="50280" anchor="ctr" anchorCtr="0">
            <a:noAutofit/>
          </a:bodyPr>
          <a:lstStyle/>
          <a:p>
            <a:pPr marL="0" marR="0" lvl="0" indent="0" algn="ctr" rtl="0">
              <a:spcBef>
                <a:spcPts val="0"/>
              </a:spcBef>
              <a:spcAft>
                <a:spcPts val="0"/>
              </a:spcAft>
              <a:buNone/>
            </a:pPr>
            <a:endParaRPr sz="1440" b="0" i="0" u="none" strike="noStrike" cap="none">
              <a:solidFill>
                <a:schemeClr val="lt1"/>
              </a:solidFill>
              <a:latin typeface="Verdana"/>
              <a:ea typeface="Verdana"/>
              <a:cs typeface="Verdana"/>
              <a:sym typeface="Verdana"/>
            </a:endParaRPr>
          </a:p>
        </p:txBody>
      </p:sp>
      <p:pic>
        <p:nvPicPr>
          <p:cNvPr id="2" name="Google Shape;52;p13">
            <a:extLst>
              <a:ext uri="{FF2B5EF4-FFF2-40B4-BE49-F238E27FC236}">
                <a16:creationId xmlns:a16="http://schemas.microsoft.com/office/drawing/2014/main" id="{04FE2F5C-0F01-D1B5-2B36-F8926EB0ED75}"/>
              </a:ext>
            </a:extLst>
          </p:cNvPr>
          <p:cNvPicPr preferRelativeResize="0"/>
          <p:nvPr userDrawn="1"/>
        </p:nvPicPr>
        <p:blipFill rotWithShape="1">
          <a:blip r:embed="rId3">
            <a:alphaModFix/>
          </a:blip>
          <a:srcRect/>
          <a:stretch/>
        </p:blipFill>
        <p:spPr>
          <a:xfrm>
            <a:off x="10972800" y="0"/>
            <a:ext cx="32918400" cy="4798771"/>
          </a:xfrm>
          <a:prstGeom prst="rect">
            <a:avLst/>
          </a:prstGeom>
          <a:noFill/>
          <a:ln>
            <a:noFill/>
          </a:ln>
        </p:spPr>
      </p:pic>
      <p:pic>
        <p:nvPicPr>
          <p:cNvPr id="3" name="Google Shape;52;p13">
            <a:extLst>
              <a:ext uri="{FF2B5EF4-FFF2-40B4-BE49-F238E27FC236}">
                <a16:creationId xmlns:a16="http://schemas.microsoft.com/office/drawing/2014/main" id="{D47467F0-8C9F-072C-E664-1531E7ED3043}"/>
              </a:ext>
            </a:extLst>
          </p:cNvPr>
          <p:cNvPicPr preferRelativeResize="0"/>
          <p:nvPr userDrawn="1"/>
        </p:nvPicPr>
        <p:blipFill rotWithShape="1">
          <a:blip r:embed="rId3">
            <a:alphaModFix/>
          </a:blip>
          <a:srcRect r="48814"/>
          <a:stretch>
            <a:fillRect/>
          </a:stretch>
        </p:blipFill>
        <p:spPr>
          <a:xfrm>
            <a:off x="0" y="0"/>
            <a:ext cx="16849757" cy="4798771"/>
          </a:xfrm>
          <a:prstGeom prst="rect">
            <a:avLst/>
          </a:prstGeom>
          <a:noFill/>
          <a:ln>
            <a:noFill/>
          </a:ln>
        </p:spPr>
      </p:pic>
      <p:pic>
        <p:nvPicPr>
          <p:cNvPr id="4" name="Google Shape;52;p13">
            <a:extLst>
              <a:ext uri="{FF2B5EF4-FFF2-40B4-BE49-F238E27FC236}">
                <a16:creationId xmlns:a16="http://schemas.microsoft.com/office/drawing/2014/main" id="{78C2C113-57DA-84DD-5927-49AD9493B672}"/>
              </a:ext>
            </a:extLst>
          </p:cNvPr>
          <p:cNvPicPr preferRelativeResize="0"/>
          <p:nvPr userDrawn="1"/>
        </p:nvPicPr>
        <p:blipFill rotWithShape="1">
          <a:blip r:embed="rId3">
            <a:alphaModFix/>
          </a:blip>
          <a:srcRect l="35668" r="38117"/>
          <a:stretch>
            <a:fillRect/>
          </a:stretch>
        </p:blipFill>
        <p:spPr>
          <a:xfrm>
            <a:off x="15547903" y="0"/>
            <a:ext cx="8629454" cy="479877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672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amiteshm@andrew.cmu.edu" TargetMode="External"/><Relationship Id="rId3" Type="http://schemas.openxmlformats.org/officeDocument/2006/relationships/image" Target="../media/image3.png"/><Relationship Id="rId7" Type="http://schemas.openxmlformats.org/officeDocument/2006/relationships/hyperlink" Target="mailto:vsriram@andrew.cmu.edu"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hyperlink" Target="mailto:janetliu@andrew.cmu.edu" TargetMode="External"/><Relationship Id="rId4" Type="http://schemas.openxmlformats.org/officeDocument/2006/relationships/image" Target="../media/image4.png"/><Relationship Id="rId9" Type="http://schemas.openxmlformats.org/officeDocument/2006/relationships/hyperlink" Target="mailto:rtuo@tepper.cmu.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3" name="Picture Placeholder 2">
            <a:extLst>
              <a:ext uri="{FF2B5EF4-FFF2-40B4-BE49-F238E27FC236}">
                <a16:creationId xmlns:a16="http://schemas.microsoft.com/office/drawing/2014/main" id="{398708A1-53AF-56F6-91ED-352F4E683D80}"/>
              </a:ext>
            </a:extLst>
          </p:cNvPr>
          <p:cNvPicPr>
            <a:picLocks noGrp="1" noChangeAspect="1"/>
          </p:cNvPicPr>
          <p:nvPr>
            <p:ph type="pic" idx="2"/>
          </p:nvPr>
        </p:nvPicPr>
        <p:blipFill>
          <a:blip r:embed="rId3"/>
          <a:srcRect l="8626" r="5988" b="27931"/>
          <a:stretch>
            <a:fillRect/>
          </a:stretch>
        </p:blipFill>
        <p:spPr>
          <a:xfrm>
            <a:off x="505327" y="21711546"/>
            <a:ext cx="13694872" cy="7184224"/>
          </a:xfrm>
          <a:prstGeom prst="rect">
            <a:avLst/>
          </a:prstGeom>
          <a:noFill/>
          <a:ln>
            <a:solidFill>
              <a:schemeClr val="tx1"/>
            </a:solidFill>
          </a:ln>
        </p:spPr>
      </p:pic>
      <p:sp>
        <p:nvSpPr>
          <p:cNvPr id="109" name="Google Shape;109;p15"/>
          <p:cNvSpPr txBox="1">
            <a:spLocks noGrp="1"/>
          </p:cNvSpPr>
          <p:nvPr>
            <p:ph type="body" idx="1"/>
          </p:nvPr>
        </p:nvSpPr>
        <p:spPr>
          <a:xfrm>
            <a:off x="-1056932" y="7185424"/>
            <a:ext cx="15472977" cy="5811442"/>
          </a:xfrm>
          <a:prstGeom prst="rect">
            <a:avLst/>
          </a:prstGeom>
          <a:noFill/>
          <a:ln>
            <a:noFill/>
          </a:ln>
        </p:spPr>
        <p:txBody>
          <a:bodyPr spcFirstLastPara="1" wrap="square" lIns="100560" tIns="50280" rIns="100560" bIns="50280" anchor="t" anchorCtr="0">
            <a:noAutofit/>
          </a:bodyPr>
          <a:lstStyle/>
          <a:p>
            <a:pPr>
              <a:buFont typeface="Arial" panose="020B0604020202020204" pitchFamily="34" charset="0"/>
              <a:buChar char="•"/>
            </a:pPr>
            <a:r>
              <a:rPr lang="en-US" dirty="0"/>
              <a:t>Saltwater disposal from oil and gas operations in the Permian Basin has been linked to a sharp rise in earthquake activity over the past decade, creating operational, regulatory, and reputational risk for operators. Existing tools for assessing that risk are largely correlational and difficult to act on.</a:t>
            </a:r>
          </a:p>
          <a:p>
            <a:pPr>
              <a:buFont typeface="Arial" panose="020B0604020202020204" pitchFamily="34" charset="0"/>
              <a:buChar char="•"/>
            </a:pPr>
            <a:r>
              <a:rPr lang="en-US" dirty="0"/>
              <a:t>This project builds an end-to-end analytics pipeline that moves beyond correlation to estimate the </a:t>
            </a:r>
            <a:r>
              <a:rPr lang="en-US" i="1" dirty="0"/>
              <a:t>causal</a:t>
            </a:r>
            <a:r>
              <a:rPr lang="en-US" dirty="0"/>
              <a:t> effect of injection activity on earthquake likelihood and magnitude. Using Texas Railroad Commission injection records linked to USGS seismic data across 344,000 well-event observations, we quantify how much injection volume drives seismic outcomes, controlling for fault proximity, pressure, and geology.</a:t>
            </a:r>
          </a:p>
          <a:p>
            <a:pPr>
              <a:buFont typeface="Arial" panose="020B0604020202020204" pitchFamily="34" charset="0"/>
              <a:buChar char="•"/>
            </a:pPr>
            <a:r>
              <a:rPr lang="en-US" dirty="0"/>
              <a:t>The pipeline delivers two actionable outputs: a causal effect estimate by distance from the wellbore (1–20 km), and a two-stage risk model that separately predicts whether an earthquake will occur (Stage 1, AUC 0.97–0.99) and how large it will be if it does (Stage 2, MAE 0.44 magnitude units). Results are reproducible, configurable, and visualized in a live dashboard</a:t>
            </a:r>
          </a:p>
          <a:p>
            <a:pPr marL="0" indent="0"/>
            <a:endParaRPr dirty="0"/>
          </a:p>
        </p:txBody>
      </p:sp>
      <p:sp>
        <p:nvSpPr>
          <p:cNvPr id="110" name="Google Shape;110;p15"/>
          <p:cNvSpPr txBox="1">
            <a:spLocks noGrp="1"/>
          </p:cNvSpPr>
          <p:nvPr>
            <p:ph type="body" idx="4"/>
          </p:nvPr>
        </p:nvSpPr>
        <p:spPr>
          <a:xfrm>
            <a:off x="-1149851" y="15720743"/>
            <a:ext cx="15658816" cy="5887642"/>
          </a:xfrm>
          <a:prstGeom prst="rect">
            <a:avLst/>
          </a:prstGeom>
          <a:noFill/>
          <a:ln>
            <a:noFill/>
          </a:ln>
        </p:spPr>
        <p:txBody>
          <a:bodyPr spcFirstLastPara="1" wrap="square" lIns="100560" tIns="50280" rIns="100560" bIns="50280" anchor="t" anchorCtr="0">
            <a:noAutofit/>
          </a:bodyPr>
          <a:lstStyle/>
          <a:p>
            <a:pPr>
              <a:buFont typeface="Arial" panose="020B0604020202020204" pitchFamily="34" charset="0"/>
              <a:buChar char="•"/>
            </a:pPr>
            <a:r>
              <a:rPr lang="en-US" dirty="0"/>
              <a:t>Operators in the Permian Basin dispose of millions of barrels of produced water daily through saltwater disposal (SWD) wells. Regulators and operators have long observed a correlation between injection activity and nearby earthquakes, but correlation alone cannot tell an operator which wells are driving risk, by how much, or at what distance.</a:t>
            </a:r>
          </a:p>
          <a:p>
            <a:pPr>
              <a:buFont typeface="Arial" panose="020B0604020202020204" pitchFamily="34" charset="0"/>
              <a:buChar char="•"/>
            </a:pPr>
            <a:r>
              <a:rPr lang="en-US" dirty="0"/>
              <a:t>Existing industry tools rely on simple proximity thresholds or linear regression — neither of which accounts for the causal pathway from injection to seismicity, the role of pressure as a mediating mechanism, or the difference between triggering an event and controlling its size. Decisions made on correlational models risk misallocating operational responses.</a:t>
            </a:r>
          </a:p>
          <a:p>
            <a:pPr>
              <a:buFont typeface="Arial" panose="020B0604020202020204" pitchFamily="34" charset="0"/>
              <a:buChar char="•"/>
            </a:pPr>
            <a:r>
              <a:rPr lang="en-US" dirty="0"/>
              <a:t>Sections of this project were developed in direct partnership with a Permian Basin asset geologist to ensure the modeling choices are grounded in field reality. The goal is a tool operators can use: one that separates signal from noise, quantifies risk by distance, and is transparent about what it can and cannot explain.</a:t>
            </a:r>
          </a:p>
          <a:p>
            <a:pPr marL="0" indent="0"/>
            <a:endParaRPr dirty="0">
              <a:latin typeface="Verdana"/>
              <a:ea typeface="Verdana"/>
              <a:cs typeface="Verdana"/>
              <a:sym typeface="Verdana"/>
            </a:endParaRPr>
          </a:p>
          <a:p>
            <a:pPr marL="0" indent="0">
              <a:buSzPts val="600"/>
            </a:pPr>
            <a:endParaRPr sz="2880" dirty="0"/>
          </a:p>
        </p:txBody>
      </p:sp>
      <p:sp>
        <p:nvSpPr>
          <p:cNvPr id="114" name="Google Shape;114;p15"/>
          <p:cNvSpPr txBox="1">
            <a:spLocks noGrp="1"/>
          </p:cNvSpPr>
          <p:nvPr>
            <p:ph type="body" idx="8"/>
          </p:nvPr>
        </p:nvSpPr>
        <p:spPr>
          <a:xfrm>
            <a:off x="14200198" y="6225563"/>
            <a:ext cx="14887944" cy="3978442"/>
          </a:xfrm>
          <a:prstGeom prst="rect">
            <a:avLst/>
          </a:prstGeom>
          <a:noFill/>
          <a:ln>
            <a:noFill/>
          </a:ln>
        </p:spPr>
        <p:txBody>
          <a:bodyPr spcFirstLastPara="1" wrap="square" lIns="100560" tIns="50280" rIns="100560" bIns="50280" anchor="t" anchorCtr="0">
            <a:noAutofit/>
          </a:bodyPr>
          <a:lstStyle/>
          <a:p>
            <a:pPr>
              <a:buFont typeface="Arial" panose="020B0604020202020204" pitchFamily="34" charset="0"/>
              <a:buChar char="•"/>
            </a:pPr>
            <a:r>
              <a:rPr lang="en-US" dirty="0"/>
              <a:t>We linked Texas RRC saltwater disposal records to USGS seismic events across 20 radii (1–20 km) using a 90-day injection lookback window. A causal graph (DAG) structures the relationships between injection volume, wellhead pressure, fault geometry, and earthquake magnitudes, separating what drives injection decisions from what drives seismic outcomes.</a:t>
            </a:r>
          </a:p>
          <a:p>
            <a:pPr>
              <a:buFont typeface="Arial" panose="020B0604020202020204" pitchFamily="34" charset="0"/>
              <a:buChar char="•"/>
            </a:pPr>
            <a:r>
              <a:rPr lang="en-US" dirty="0"/>
              <a:t>Four estimators run in parallel: OLS baseline, Gradient Boosting, Random Forest, and Lasso via the </a:t>
            </a:r>
            <a:r>
              <a:rPr lang="en-US" dirty="0" err="1"/>
              <a:t>DoWhy</a:t>
            </a:r>
            <a:r>
              <a:rPr lang="en-US" dirty="0"/>
              <a:t> causal inference library. A two-stage hurdle model then predicts whether an earthquake occurs (Stage 1) and its expected magnitude if it does (Stage 2).</a:t>
            </a:r>
          </a:p>
        </p:txBody>
      </p:sp>
      <p:sp>
        <p:nvSpPr>
          <p:cNvPr id="115" name="Google Shape;115;p15"/>
          <p:cNvSpPr txBox="1">
            <a:spLocks noGrp="1"/>
          </p:cNvSpPr>
          <p:nvPr>
            <p:ph type="body" idx="9"/>
          </p:nvPr>
        </p:nvSpPr>
        <p:spPr>
          <a:xfrm>
            <a:off x="13215329" y="17296674"/>
            <a:ext cx="15658815" cy="3937181"/>
          </a:xfrm>
          <a:prstGeom prst="rect">
            <a:avLst/>
          </a:prstGeom>
          <a:noFill/>
          <a:ln>
            <a:noFill/>
          </a:ln>
        </p:spPr>
        <p:txBody>
          <a:bodyPr spcFirstLastPara="1" wrap="square" lIns="100560" tIns="50280" rIns="100560" bIns="50280" anchor="t" anchorCtr="0">
            <a:noAutofit/>
          </a:bodyPr>
          <a:lstStyle/>
          <a:p>
            <a:pPr>
              <a:buFont typeface="Arial" panose="020B0604020202020204" pitchFamily="34" charset="0"/>
              <a:buChar char="•"/>
            </a:pPr>
            <a:r>
              <a:rPr lang="en-US" dirty="0"/>
              <a:t>Injection activity has a statistically significant causal effect on earthquake likelihood and magnitude at every distance tested (1–20 km, p &lt; 0.001). The nonlinear GBM model explains 54% of magnitude variance versus 41% for the linear baseline, confirming that injection-seismicity relationships are likely non-linear.</a:t>
            </a:r>
          </a:p>
          <a:p>
            <a:pPr>
              <a:buFont typeface="Arial" panose="020B0604020202020204" pitchFamily="34" charset="0"/>
              <a:buChar char="•"/>
            </a:pPr>
            <a:r>
              <a:rPr lang="en-US" dirty="0"/>
              <a:t>The hurdle model predicts whether an earthquake occurs with a ROC-AUC of 0.97–0.99 across all radii. Occurrence probability declines from 76% within 1 km to 65% at 20 km. Once triggered, expected magnitude averages M 1.68 and is stable across distance, meaning proximity to injection controls whether an event happens, not how large it becomes.</a:t>
            </a:r>
          </a:p>
        </p:txBody>
      </p:sp>
      <p:sp>
        <p:nvSpPr>
          <p:cNvPr id="116" name="Google Shape;116;p15"/>
          <p:cNvSpPr txBox="1">
            <a:spLocks noGrp="1"/>
          </p:cNvSpPr>
          <p:nvPr>
            <p:ph type="body" idx="13"/>
          </p:nvPr>
        </p:nvSpPr>
        <p:spPr>
          <a:xfrm>
            <a:off x="27862999" y="13279675"/>
            <a:ext cx="15626135" cy="5006342"/>
          </a:xfrm>
          <a:prstGeom prst="rect">
            <a:avLst/>
          </a:prstGeom>
          <a:noFill/>
          <a:ln>
            <a:noFill/>
          </a:ln>
        </p:spPr>
        <p:txBody>
          <a:bodyPr spcFirstLastPara="1" wrap="square" lIns="100560" tIns="50280" rIns="100560" bIns="50280" anchor="t" anchorCtr="0">
            <a:noAutofit/>
          </a:bodyPr>
          <a:lstStyle/>
          <a:p>
            <a:pPr>
              <a:buFont typeface="Arial" panose="020B0604020202020204" pitchFamily="34" charset="0"/>
              <a:buChar char="•"/>
            </a:pPr>
            <a:r>
              <a:rPr lang="en-US" dirty="0"/>
              <a:t>The strong Stage 1 classifier performance (AUC &gt; 0.97) reflects a clear spatial signal: fault proximity and injection volume together are near-sufficient to predict whether an event occurs. However, domain expert feedback from a Permian Basin asset geologist (C. Reudelhuber) identified a critical unmodeled distinction, shallow disposal zones (Grayburg, San Andres, Clearfork) are physically disconnected from seismogenic faults, while only deep zones like the Ellenburger drive seismicity. Without disposal-interval data, the model cannot make this separation, and the high AUC may partly reflect fault proximity geometry rather than true injection-seismicity discrimination.</a:t>
            </a:r>
          </a:p>
          <a:p>
            <a:pPr>
              <a:buFont typeface="Arial" panose="020B0604020202020204" pitchFamily="34" charset="0"/>
              <a:buChar char="•"/>
            </a:pPr>
            <a:r>
              <a:rPr lang="en-US" dirty="0"/>
              <a:t>Wellhead pressure, used as a mediator proxy, introduces noise correlated with well age and maintenance history, a known limitation of RRC-reported data. The radial distance framework also assumes isotropic pressure propagation, which expert feedback suggests is physically incorrect; pressure travels along fault planes, not radially. Both limitations have clear resolution paths but require data sources beyond the current RRC dataset.</a:t>
            </a:r>
          </a:p>
        </p:txBody>
      </p:sp>
      <p:sp>
        <p:nvSpPr>
          <p:cNvPr id="117" name="Google Shape;117;p15"/>
          <p:cNvSpPr txBox="1">
            <a:spLocks noGrp="1"/>
          </p:cNvSpPr>
          <p:nvPr>
            <p:ph type="body" idx="14"/>
          </p:nvPr>
        </p:nvSpPr>
        <p:spPr>
          <a:xfrm>
            <a:off x="27863000" y="21608385"/>
            <a:ext cx="15626135" cy="7287385"/>
          </a:xfrm>
          <a:prstGeom prst="rect">
            <a:avLst/>
          </a:prstGeom>
          <a:noFill/>
          <a:ln>
            <a:noFill/>
          </a:ln>
        </p:spPr>
        <p:txBody>
          <a:bodyPr spcFirstLastPara="1" wrap="square" lIns="100560" tIns="50280" rIns="100560" bIns="50280" anchor="t" anchorCtr="0">
            <a:noAutofit/>
          </a:bodyPr>
          <a:lstStyle/>
          <a:p>
            <a:pPr>
              <a:buFont typeface="Arial" panose="020B0604020202020204" pitchFamily="34" charset="0"/>
              <a:buChar char="•"/>
            </a:pPr>
            <a:r>
              <a:rPr lang="en-US" b="1" i="1" dirty="0"/>
              <a:t>Conclusion</a:t>
            </a:r>
          </a:p>
          <a:p>
            <a:pPr>
              <a:buFont typeface="Arial" panose="020B0604020202020204" pitchFamily="34" charset="0"/>
              <a:buChar char="•"/>
            </a:pPr>
            <a:r>
              <a:rPr lang="en-US" dirty="0"/>
              <a:t>Injection activity has a measurable, statistically robust causal effect on seismic risk at every distance tested. The nonlinear GBM pipeline outperforms the linear baseline at all 20 radii, and the two-stage hurdle model gives operators two distinct, actionable outputs: the probability an event occurs and its expected magnitude if it does. This project delivers the first end-to-end causal seismic risk pipeline built directly on RRC and USGS data for the Permian Basin.</a:t>
            </a:r>
          </a:p>
          <a:p>
            <a:pPr>
              <a:buFont typeface="Arial" panose="020B0604020202020204" pitchFamily="34" charset="0"/>
              <a:buChar char="•"/>
            </a:pPr>
            <a:r>
              <a:rPr lang="en-US" b="1" i="1" dirty="0"/>
              <a:t>Next Steps</a:t>
            </a:r>
          </a:p>
          <a:p>
            <a:pPr>
              <a:buFont typeface="Arial" panose="020B0604020202020204" pitchFamily="34" charset="0"/>
              <a:buChar char="•"/>
            </a:pPr>
            <a:r>
              <a:rPr lang="en-US" dirty="0"/>
              <a:t>Formation depth stratification (filtering to deep disposal zones; Ellenburger and below), is the single highest-impact improvement available and the key recommendation from our domain expert collaborator. Additional directions include extending the lookback sweep beyond 90 days, incorporating fault orientation relative to the regional stress field as a confounder, and validating the pipeline against bottom-hole pressure gauge data where available.</a:t>
            </a:r>
            <a:endParaRPr lang="en-US" b="1" i="1" dirty="0"/>
          </a:p>
        </p:txBody>
      </p:sp>
      <p:sp>
        <p:nvSpPr>
          <p:cNvPr id="119" name="Google Shape;119;p15"/>
          <p:cNvSpPr txBox="1">
            <a:spLocks noGrp="1"/>
          </p:cNvSpPr>
          <p:nvPr>
            <p:ph type="body" idx="16"/>
          </p:nvPr>
        </p:nvSpPr>
        <p:spPr>
          <a:xfrm>
            <a:off x="30175202" y="4874763"/>
            <a:ext cx="9764712" cy="1750219"/>
          </a:xfrm>
          <a:prstGeom prst="rect">
            <a:avLst/>
          </a:prstGeom>
          <a:noFill/>
          <a:ln>
            <a:noFill/>
          </a:ln>
        </p:spPr>
        <p:txBody>
          <a:bodyPr spcFirstLastPara="1" wrap="square" lIns="100560" tIns="50280" rIns="100560" bIns="50280" anchor="t" anchorCtr="0">
            <a:noAutofit/>
          </a:bodyPr>
          <a:lstStyle/>
          <a:p>
            <a:pPr marL="0" indent="0"/>
            <a:r>
              <a:rPr lang="en" dirty="0"/>
              <a:t>John Smith, MD1; </a:t>
            </a:r>
            <a:endParaRPr dirty="0"/>
          </a:p>
          <a:p>
            <a:pPr marL="0" indent="0"/>
            <a:r>
              <a:rPr lang="en" dirty="0"/>
              <a:t>Jane Doe, PhD2; </a:t>
            </a:r>
            <a:endParaRPr dirty="0"/>
          </a:p>
          <a:p>
            <a:pPr marL="0" indent="0"/>
            <a:r>
              <a:rPr lang="en" dirty="0"/>
              <a:t>Frederick Jones, MD, PhD1,2</a:t>
            </a:r>
            <a:endParaRPr dirty="0"/>
          </a:p>
          <a:p>
            <a:pPr marL="0" indent="0"/>
            <a:r>
              <a:rPr lang="en" dirty="0"/>
              <a:t>1University of Affiliation, 2Medical Center of Affiliation</a:t>
            </a:r>
            <a:endParaRPr dirty="0"/>
          </a:p>
        </p:txBody>
      </p:sp>
      <p:sp>
        <p:nvSpPr>
          <p:cNvPr id="120" name="Google Shape;120;p15"/>
          <p:cNvSpPr txBox="1">
            <a:spLocks noGrp="1"/>
          </p:cNvSpPr>
          <p:nvPr>
            <p:ph type="body" idx="17"/>
          </p:nvPr>
        </p:nvSpPr>
        <p:spPr>
          <a:xfrm>
            <a:off x="5273520" y="27161292"/>
            <a:ext cx="5669280" cy="1076827"/>
          </a:xfrm>
          <a:prstGeom prst="rect">
            <a:avLst/>
          </a:prstGeom>
          <a:noFill/>
          <a:ln>
            <a:noFill/>
          </a:ln>
        </p:spPr>
        <p:txBody>
          <a:bodyPr spcFirstLastPara="1" wrap="square" lIns="100560" tIns="50280" rIns="100560" bIns="50280" anchor="t" anchorCtr="0">
            <a:noAutofit/>
          </a:bodyPr>
          <a:lstStyle/>
          <a:p>
            <a:pPr marL="0" indent="0"/>
            <a:r>
              <a:rPr lang="en"/>
              <a:t>[Name]</a:t>
            </a:r>
            <a:endParaRPr/>
          </a:p>
          <a:p>
            <a:pPr marL="0" indent="0"/>
            <a:r>
              <a:rPr lang="en"/>
              <a:t>[Organization]</a:t>
            </a:r>
            <a:endParaRPr/>
          </a:p>
          <a:p>
            <a:pPr marL="0" indent="0"/>
            <a:r>
              <a:rPr lang="en"/>
              <a:t>[Address]</a:t>
            </a:r>
            <a:endParaRPr/>
          </a:p>
          <a:p>
            <a:pPr marL="0" indent="0"/>
            <a:endParaRPr/>
          </a:p>
        </p:txBody>
      </p:sp>
      <p:sp>
        <p:nvSpPr>
          <p:cNvPr id="121" name="Google Shape;121;p15"/>
          <p:cNvSpPr txBox="1">
            <a:spLocks noGrp="1"/>
          </p:cNvSpPr>
          <p:nvPr>
            <p:ph type="body" idx="18"/>
          </p:nvPr>
        </p:nvSpPr>
        <p:spPr>
          <a:xfrm>
            <a:off x="11674325" y="27161292"/>
            <a:ext cx="5669280" cy="1076827"/>
          </a:xfrm>
          <a:prstGeom prst="rect">
            <a:avLst/>
          </a:prstGeom>
          <a:noFill/>
          <a:ln>
            <a:noFill/>
          </a:ln>
        </p:spPr>
        <p:txBody>
          <a:bodyPr spcFirstLastPara="1" wrap="square" lIns="100560" tIns="50280" rIns="100560" bIns="50280" anchor="t" anchorCtr="0">
            <a:noAutofit/>
          </a:bodyPr>
          <a:lstStyle/>
          <a:p>
            <a:pPr marL="0" indent="0"/>
            <a:r>
              <a:rPr lang="en"/>
              <a:t>[Email]</a:t>
            </a:r>
            <a:endParaRPr/>
          </a:p>
          <a:p>
            <a:pPr marL="0" indent="0"/>
            <a:r>
              <a:rPr lang="en"/>
              <a:t>[Phone]</a:t>
            </a:r>
            <a:endParaRPr/>
          </a:p>
        </p:txBody>
      </p:sp>
      <p:sp>
        <p:nvSpPr>
          <p:cNvPr id="122" name="Google Shape;122;p15"/>
          <p:cNvSpPr txBox="1">
            <a:spLocks noGrp="1"/>
          </p:cNvSpPr>
          <p:nvPr>
            <p:ph type="body" idx="19"/>
          </p:nvPr>
        </p:nvSpPr>
        <p:spPr>
          <a:xfrm>
            <a:off x="23496211" y="27161292"/>
            <a:ext cx="6035040" cy="1076827"/>
          </a:xfrm>
          <a:prstGeom prst="rect">
            <a:avLst/>
          </a:prstGeom>
          <a:noFill/>
          <a:ln>
            <a:noFill/>
          </a:ln>
        </p:spPr>
        <p:txBody>
          <a:bodyPr spcFirstLastPara="1" wrap="square" lIns="100560" tIns="50280" rIns="100560" bIns="50280" anchor="t" anchorCtr="0">
            <a:noAutofit/>
          </a:bodyPr>
          <a:lstStyle/>
          <a:p>
            <a:pPr marL="0" indent="0"/>
            <a:r>
              <a:rPr lang="en"/>
              <a:t>1.</a:t>
            </a:r>
            <a:endParaRPr/>
          </a:p>
          <a:p>
            <a:pPr marL="0" indent="0"/>
            <a:r>
              <a:rPr lang="en"/>
              <a:t>2.</a:t>
            </a:r>
            <a:endParaRPr/>
          </a:p>
          <a:p>
            <a:pPr marL="0" indent="0"/>
            <a:r>
              <a:rPr lang="en"/>
              <a:t>3.</a:t>
            </a:r>
            <a:endParaRPr/>
          </a:p>
        </p:txBody>
      </p:sp>
      <p:sp>
        <p:nvSpPr>
          <p:cNvPr id="123" name="Google Shape;123;p15"/>
          <p:cNvSpPr txBox="1">
            <a:spLocks noGrp="1"/>
          </p:cNvSpPr>
          <p:nvPr>
            <p:ph type="body" idx="20"/>
          </p:nvPr>
        </p:nvSpPr>
        <p:spPr>
          <a:xfrm>
            <a:off x="36363120" y="27161292"/>
            <a:ext cx="6035040" cy="1076827"/>
          </a:xfrm>
          <a:prstGeom prst="rect">
            <a:avLst/>
          </a:prstGeom>
          <a:noFill/>
          <a:ln>
            <a:noFill/>
          </a:ln>
        </p:spPr>
        <p:txBody>
          <a:bodyPr spcFirstLastPara="1" wrap="square" lIns="100560" tIns="50280" rIns="100560" bIns="50280" anchor="t" anchorCtr="0">
            <a:noAutofit/>
          </a:bodyPr>
          <a:lstStyle/>
          <a:p>
            <a:pPr marL="0" indent="0"/>
            <a:r>
              <a:rPr lang="en" dirty="0"/>
              <a:t>7.</a:t>
            </a:r>
            <a:endParaRPr dirty="0"/>
          </a:p>
          <a:p>
            <a:pPr marL="0" indent="0"/>
            <a:r>
              <a:rPr lang="en" dirty="0"/>
              <a:t>8.</a:t>
            </a:r>
            <a:endParaRPr dirty="0"/>
          </a:p>
          <a:p>
            <a:pPr marL="0" indent="0"/>
            <a:r>
              <a:rPr lang="en" dirty="0"/>
              <a:t>9.</a:t>
            </a:r>
            <a:endParaRPr dirty="0"/>
          </a:p>
        </p:txBody>
      </p:sp>
      <p:sp>
        <p:nvSpPr>
          <p:cNvPr id="11" name="TextBox 10">
            <a:extLst>
              <a:ext uri="{FF2B5EF4-FFF2-40B4-BE49-F238E27FC236}">
                <a16:creationId xmlns:a16="http://schemas.microsoft.com/office/drawing/2014/main" id="{146DA937-E7CA-A004-53FA-4BDEE20C7B12}"/>
              </a:ext>
            </a:extLst>
          </p:cNvPr>
          <p:cNvSpPr txBox="1"/>
          <p:nvPr/>
        </p:nvSpPr>
        <p:spPr>
          <a:xfrm>
            <a:off x="12988638" y="894006"/>
            <a:ext cx="27050185" cy="2408608"/>
          </a:xfrm>
          <a:prstGeom prst="rect">
            <a:avLst/>
          </a:prstGeom>
          <a:noFill/>
        </p:spPr>
        <p:txBody>
          <a:bodyPr wrap="square" rtlCol="0">
            <a:spAutoFit/>
          </a:bodyPr>
          <a:lstStyle/>
          <a:p>
            <a:r>
              <a:rPr lang="en-US" dirty="0">
                <a:solidFill>
                  <a:schemeClr val="bg1"/>
                </a:solidFill>
                <a:latin typeface="Verdana" panose="020B0604030504040204" pitchFamily="34" charset="0"/>
                <a:ea typeface="Verdana" panose="020B0604030504040204" pitchFamily="34" charset="0"/>
              </a:rPr>
              <a:t>Causal Risk Analytics for Injection-Induced Seismicity</a:t>
            </a:r>
          </a:p>
          <a:p>
            <a:endParaRPr lang="en-US" dirty="0">
              <a:latin typeface="Verdana" panose="020B0604030504040204" pitchFamily="34" charset="0"/>
              <a:ea typeface="Verdana" panose="020B0604030504040204" pitchFamily="34" charset="0"/>
            </a:endParaRPr>
          </a:p>
        </p:txBody>
      </p:sp>
      <p:pic>
        <p:nvPicPr>
          <p:cNvPr id="15" name="Picture 14">
            <a:extLst>
              <a:ext uri="{FF2B5EF4-FFF2-40B4-BE49-F238E27FC236}">
                <a16:creationId xmlns:a16="http://schemas.microsoft.com/office/drawing/2014/main" id="{FA719904-2866-C47E-CEB0-3024E47CEB5A}"/>
              </a:ext>
            </a:extLst>
          </p:cNvPr>
          <p:cNvPicPr>
            <a:picLocks noChangeAspect="1"/>
          </p:cNvPicPr>
          <p:nvPr/>
        </p:nvPicPr>
        <p:blipFill>
          <a:blip r:embed="rId4"/>
          <a:stretch>
            <a:fillRect/>
          </a:stretch>
        </p:blipFill>
        <p:spPr>
          <a:xfrm>
            <a:off x="15373350" y="10200793"/>
            <a:ext cx="13144500" cy="5895975"/>
          </a:xfrm>
          <a:prstGeom prst="rect">
            <a:avLst/>
          </a:prstGeom>
          <a:ln>
            <a:solidFill>
              <a:schemeClr val="tx1"/>
            </a:solidFill>
          </a:ln>
        </p:spPr>
      </p:pic>
      <p:pic>
        <p:nvPicPr>
          <p:cNvPr id="19" name="Picture 18">
            <a:extLst>
              <a:ext uri="{FF2B5EF4-FFF2-40B4-BE49-F238E27FC236}">
                <a16:creationId xmlns:a16="http://schemas.microsoft.com/office/drawing/2014/main" id="{E3CA80A8-D09A-0459-66AC-FBE4A9A05ADA}"/>
              </a:ext>
            </a:extLst>
          </p:cNvPr>
          <p:cNvPicPr>
            <a:picLocks noChangeAspect="1"/>
          </p:cNvPicPr>
          <p:nvPr/>
        </p:nvPicPr>
        <p:blipFill>
          <a:blip r:embed="rId5"/>
          <a:stretch>
            <a:fillRect/>
          </a:stretch>
        </p:blipFill>
        <p:spPr>
          <a:xfrm>
            <a:off x="14765827" y="21711546"/>
            <a:ext cx="14108317" cy="7184224"/>
          </a:xfrm>
          <a:prstGeom prst="rect">
            <a:avLst/>
          </a:prstGeom>
          <a:ln>
            <a:solidFill>
              <a:schemeClr val="tx1"/>
            </a:solidFill>
          </a:ln>
        </p:spPr>
      </p:pic>
      <p:pic>
        <p:nvPicPr>
          <p:cNvPr id="21" name="Picture 20">
            <a:extLst>
              <a:ext uri="{FF2B5EF4-FFF2-40B4-BE49-F238E27FC236}">
                <a16:creationId xmlns:a16="http://schemas.microsoft.com/office/drawing/2014/main" id="{3DEB384E-CA51-6E06-B7C5-2EF4E585792E}"/>
              </a:ext>
            </a:extLst>
          </p:cNvPr>
          <p:cNvPicPr>
            <a:picLocks noChangeAspect="1"/>
          </p:cNvPicPr>
          <p:nvPr/>
        </p:nvPicPr>
        <p:blipFill>
          <a:blip r:embed="rId6"/>
          <a:stretch>
            <a:fillRect/>
          </a:stretch>
        </p:blipFill>
        <p:spPr>
          <a:xfrm>
            <a:off x="32398109" y="5336043"/>
            <a:ext cx="7930022" cy="6513683"/>
          </a:xfrm>
          <a:prstGeom prst="rect">
            <a:avLst/>
          </a:prstGeom>
          <a:ln>
            <a:solidFill>
              <a:schemeClr val="tx1"/>
            </a:solidFill>
          </a:ln>
        </p:spPr>
      </p:pic>
      <p:sp>
        <p:nvSpPr>
          <p:cNvPr id="23" name="Text Placeholder 22">
            <a:extLst>
              <a:ext uri="{FF2B5EF4-FFF2-40B4-BE49-F238E27FC236}">
                <a16:creationId xmlns:a16="http://schemas.microsoft.com/office/drawing/2014/main" id="{56D28FFA-537C-5FE5-DC65-7862F7D3A3A0}"/>
              </a:ext>
            </a:extLst>
          </p:cNvPr>
          <p:cNvSpPr>
            <a:spLocks noGrp="1"/>
          </p:cNvSpPr>
          <p:nvPr>
            <p:ph type="body" idx="21"/>
          </p:nvPr>
        </p:nvSpPr>
        <p:spPr>
          <a:xfrm>
            <a:off x="22756688" y="30648478"/>
            <a:ext cx="20003543" cy="1435770"/>
          </a:xfrm>
        </p:spPr>
        <p:txBody>
          <a:bodyPr/>
          <a:lstStyle/>
          <a:p>
            <a:r>
              <a:rPr lang="en-US" sz="2000" dirty="0"/>
              <a:t>Matthews, L., Molak, A., Reudelhuber, C., Meek, T., Rensi, E., and Ayala, I. (2025). A Causal Inference Pipeline for Injection-Induced Seismicity: Open-Source Methodology and Implementation. SPE-228051-MS, SPE Annual Technical Conference and Exhibition.</a:t>
            </a:r>
          </a:p>
          <a:p>
            <a:endParaRPr lang="en-US" sz="2000" dirty="0"/>
          </a:p>
          <a:p>
            <a:r>
              <a:rPr lang="en-US" sz="2000" dirty="0"/>
              <a:t>Reudelhuber, C. (2026). Expert consultation on Permian Basin disposal formation depth, wellhead pressure reliability, and injection-seismicity lag timescales. Personal communication, April 2026.</a:t>
            </a:r>
          </a:p>
        </p:txBody>
      </p:sp>
      <p:sp>
        <p:nvSpPr>
          <p:cNvPr id="24" name="TextBox 23">
            <a:extLst>
              <a:ext uri="{FF2B5EF4-FFF2-40B4-BE49-F238E27FC236}">
                <a16:creationId xmlns:a16="http://schemas.microsoft.com/office/drawing/2014/main" id="{F67163B8-6FC4-162C-F040-AFA1582A99B2}"/>
              </a:ext>
            </a:extLst>
          </p:cNvPr>
          <p:cNvSpPr txBox="1"/>
          <p:nvPr/>
        </p:nvSpPr>
        <p:spPr>
          <a:xfrm>
            <a:off x="5485682" y="30648478"/>
            <a:ext cx="10914236" cy="1569660"/>
          </a:xfrm>
          <a:prstGeom prst="rect">
            <a:avLst/>
          </a:prstGeom>
          <a:noFill/>
        </p:spPr>
        <p:txBody>
          <a:bodyPr wrap="square" rtlCol="0">
            <a:spAutoFit/>
          </a:bodyPr>
          <a:lstStyle/>
          <a:p>
            <a:r>
              <a:rPr lang="en-US" sz="2400" dirty="0">
                <a:solidFill>
                  <a:schemeClr val="bg1"/>
                </a:solidFill>
                <a:latin typeface="Verdana" panose="020B0604030504040204" pitchFamily="34" charset="0"/>
                <a:ea typeface="Verdana" panose="020B0604030504040204" pitchFamily="34" charset="0"/>
              </a:rPr>
              <a:t>Vivek Sriram — </a:t>
            </a:r>
            <a:r>
              <a:rPr lang="en-US" sz="2400" dirty="0">
                <a:solidFill>
                  <a:schemeClr val="bg1"/>
                </a:solidFill>
                <a:latin typeface="Verdana" panose="020B0604030504040204" pitchFamily="34" charset="0"/>
                <a:ea typeface="Verdana" panose="020B0604030504040204" pitchFamily="34" charset="0"/>
                <a:hlinkClick r:id="rId7">
                  <a:extLst>
                    <a:ext uri="{A12FA001-AC4F-418D-AE19-62706E023703}">
                      <ahyp:hlinkClr xmlns:ahyp="http://schemas.microsoft.com/office/drawing/2018/hyperlinkcolor" val="tx"/>
                    </a:ext>
                  </a:extLst>
                </a:hlinkClick>
              </a:rPr>
              <a:t>vsriram@andrew.cmu.edu</a:t>
            </a:r>
            <a:r>
              <a:rPr lang="en-US" sz="2400" dirty="0">
                <a:solidFill>
                  <a:schemeClr val="bg1"/>
                </a:solidFill>
                <a:latin typeface="Verdana" panose="020B0604030504040204" pitchFamily="34" charset="0"/>
                <a:ea typeface="Verdana" panose="020B0604030504040204" pitchFamily="34" charset="0"/>
              </a:rPr>
              <a:t> </a:t>
            </a:r>
          </a:p>
          <a:p>
            <a:r>
              <a:rPr lang="en-US" sz="2400" dirty="0">
                <a:solidFill>
                  <a:schemeClr val="bg1"/>
                </a:solidFill>
                <a:latin typeface="Verdana" panose="020B0604030504040204" pitchFamily="34" charset="0"/>
                <a:ea typeface="Verdana" panose="020B0604030504040204" pitchFamily="34" charset="0"/>
              </a:rPr>
              <a:t>Amitesh Mohan — </a:t>
            </a:r>
            <a:r>
              <a:rPr lang="en-US" sz="2400" dirty="0">
                <a:solidFill>
                  <a:schemeClr val="bg1"/>
                </a:solidFill>
                <a:latin typeface="Verdana" panose="020B0604030504040204" pitchFamily="34" charset="0"/>
                <a:ea typeface="Verdana" panose="020B0604030504040204" pitchFamily="34" charset="0"/>
                <a:hlinkClick r:id="rId8">
                  <a:extLst>
                    <a:ext uri="{A12FA001-AC4F-418D-AE19-62706E023703}">
                      <ahyp:hlinkClr xmlns:ahyp="http://schemas.microsoft.com/office/drawing/2018/hyperlinkcolor" val="tx"/>
                    </a:ext>
                  </a:extLst>
                </a:hlinkClick>
              </a:rPr>
              <a:t>amiteshm@andrew.cmu.edu</a:t>
            </a:r>
            <a:endParaRPr lang="en-US" sz="2400" dirty="0">
              <a:solidFill>
                <a:schemeClr val="bg1"/>
              </a:solidFill>
              <a:latin typeface="Verdana" panose="020B0604030504040204" pitchFamily="34" charset="0"/>
              <a:ea typeface="Verdana" panose="020B0604030504040204" pitchFamily="34" charset="0"/>
            </a:endParaRPr>
          </a:p>
          <a:p>
            <a:r>
              <a:rPr lang="en-US" sz="2400" dirty="0">
                <a:solidFill>
                  <a:schemeClr val="bg1"/>
                </a:solidFill>
                <a:latin typeface="Verdana" panose="020B0604030504040204" pitchFamily="34" charset="0"/>
                <a:ea typeface="Verdana" panose="020B0604030504040204" pitchFamily="34" charset="0"/>
              </a:rPr>
              <a:t>Raymond Tuo — </a:t>
            </a:r>
            <a:r>
              <a:rPr lang="en-US" sz="2400" dirty="0">
                <a:solidFill>
                  <a:schemeClr val="bg1"/>
                </a:solidFill>
                <a:latin typeface="Verdana" panose="020B0604030504040204" pitchFamily="34" charset="0"/>
                <a:ea typeface="Verdana" panose="020B0604030504040204" pitchFamily="34" charset="0"/>
                <a:hlinkClick r:id="rId9">
                  <a:extLst>
                    <a:ext uri="{A12FA001-AC4F-418D-AE19-62706E023703}">
                      <ahyp:hlinkClr xmlns:ahyp="http://schemas.microsoft.com/office/drawing/2018/hyperlinkcolor" val="tx"/>
                    </a:ext>
                  </a:extLst>
                </a:hlinkClick>
              </a:rPr>
              <a:t>rtuo@tepper.cmu.edu</a:t>
            </a:r>
            <a:r>
              <a:rPr lang="en-US" sz="2400" dirty="0">
                <a:solidFill>
                  <a:schemeClr val="bg1"/>
                </a:solidFill>
                <a:latin typeface="Verdana" panose="020B0604030504040204" pitchFamily="34" charset="0"/>
                <a:ea typeface="Verdana" panose="020B0604030504040204" pitchFamily="34" charset="0"/>
              </a:rPr>
              <a:t> </a:t>
            </a:r>
          </a:p>
          <a:p>
            <a:r>
              <a:rPr lang="en-US" sz="2400" dirty="0">
                <a:solidFill>
                  <a:schemeClr val="bg1"/>
                </a:solidFill>
                <a:latin typeface="Verdana" panose="020B0604030504040204" pitchFamily="34" charset="0"/>
                <a:ea typeface="Verdana" panose="020B0604030504040204" pitchFamily="34" charset="0"/>
              </a:rPr>
              <a:t>Janet Liu — </a:t>
            </a:r>
            <a:r>
              <a:rPr lang="en-US" sz="2400" dirty="0">
                <a:solidFill>
                  <a:schemeClr val="bg1"/>
                </a:solidFill>
                <a:latin typeface="Verdana" panose="020B0604030504040204" pitchFamily="34" charset="0"/>
                <a:ea typeface="Verdana" panose="020B0604030504040204" pitchFamily="34" charset="0"/>
                <a:hlinkClick r:id="rId10">
                  <a:extLst>
                    <a:ext uri="{A12FA001-AC4F-418D-AE19-62706E023703}">
                      <ahyp:hlinkClr xmlns:ahyp="http://schemas.microsoft.com/office/drawing/2018/hyperlinkcolor" val="tx"/>
                    </a:ext>
                  </a:extLst>
                </a:hlinkClick>
              </a:rPr>
              <a:t>janetliu@andrew.cmu.edu</a:t>
            </a:r>
            <a:r>
              <a:rPr lang="en-US" sz="2400" dirty="0">
                <a:solidFill>
                  <a:schemeClr val="bg1"/>
                </a:solidFill>
                <a:latin typeface="Verdana" panose="020B0604030504040204" pitchFamily="34" charset="0"/>
                <a:ea typeface="Verdana" panose="020B0604030504040204" pitchFamily="34" charset="0"/>
              </a:rPr>
              <a:t> </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MSBA Poster">
      <a:dk1>
        <a:srgbClr val="000000"/>
      </a:dk1>
      <a:lt1>
        <a:srgbClr val="FFFFFF"/>
      </a:lt1>
      <a:dk2>
        <a:srgbClr val="44546A"/>
      </a:dk2>
      <a:lt2>
        <a:srgbClr val="E7E6E6"/>
      </a:lt2>
      <a:accent1>
        <a:srgbClr val="A6192C"/>
      </a:accent1>
      <a:accent2>
        <a:srgbClr val="BBBCBC"/>
      </a:accent2>
      <a:accent3>
        <a:srgbClr val="63666A"/>
      </a:accent3>
      <a:accent4>
        <a:srgbClr val="F2AF00"/>
      </a:accent4>
      <a:accent5>
        <a:srgbClr val="002D72"/>
      </a:accent5>
      <a:accent6>
        <a:srgbClr val="00843D"/>
      </a:accent6>
      <a:hlink>
        <a:srgbClr val="A6192C"/>
      </a:hlink>
      <a:folHlink>
        <a:srgbClr val="A6192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1082</Words>
  <Application>Microsoft Office PowerPoint</Application>
  <PresentationFormat>Custom</PresentationFormat>
  <Paragraphs>39</Paragraphs>
  <Slides>1</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vt:i4>
      </vt:variant>
    </vt:vector>
  </HeadingPairs>
  <TitlesOfParts>
    <vt:vector size="6" baseType="lpstr">
      <vt:lpstr>Arial</vt:lpstr>
      <vt:lpstr>Calibri</vt:lpstr>
      <vt:lpstr>Verdana</vt:lpstr>
      <vt:lpstr>Simple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Vivek Sriram</cp:lastModifiedBy>
  <cp:revision>4</cp:revision>
  <dcterms:modified xsi:type="dcterms:W3CDTF">2026-04-06T17:24:53Z</dcterms:modified>
</cp:coreProperties>
</file>